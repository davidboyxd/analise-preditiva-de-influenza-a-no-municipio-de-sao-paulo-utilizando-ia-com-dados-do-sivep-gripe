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6" r:id="rId2"/>
    <p:sldId id="257" r:id="rId3"/>
    <p:sldId id="258" r:id="rId4"/>
    <p:sldId id="259" r:id="rId5"/>
    <p:sldId id="260" r:id="rId6"/>
    <p:sldId id="262" r:id="rId7"/>
    <p:sldId id="263" r:id="rId8"/>
    <p:sldId id="264" r:id="rId9"/>
    <p:sldId id="265" r:id="rId10"/>
    <p:sldId id="266" r:id="rId11"/>
    <p:sldId id="267" r:id="rId12"/>
    <p:sldId id="270" r:id="rId13"/>
    <p:sldId id="268" r:id="rId14"/>
    <p:sldId id="271" r:id="rId15"/>
    <p:sldId id="272" r:id="rId16"/>
    <p:sldId id="274" r:id="rId17"/>
    <p:sldId id="275" r:id="rId18"/>
    <p:sldId id="276"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8" r:id="rId39"/>
    <p:sldId id="297"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6" r:id="rId76"/>
    <p:sldId id="335" r:id="rId77"/>
    <p:sldId id="273" r:id="rId78"/>
    <p:sldId id="337" r:id="rId7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4AE383-C37B-47A9-A52B-626003BA8F7F}" v="208" dt="2026-09-06T16:46:39.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2260" autoAdjust="0"/>
  </p:normalViewPr>
  <p:slideViewPr>
    <p:cSldViewPr snapToGrid="0" showGuides="1">
      <p:cViewPr varScale="1">
        <p:scale>
          <a:sx n="75" d="100"/>
          <a:sy n="75" d="100"/>
        </p:scale>
        <p:origin x="854"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89" Type="http://schemas.openxmlformats.org/officeDocument/2006/relationships/customXml" Target="../customXml/item3.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88"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ustomXml" Target="../customXml/item1.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EITAS Paulo" userId="3c12b39a-d365-4fcf-880b-102c81e2cdb9" providerId="ADAL" clId="{39995C84-9BA4-455A-913E-68A83670C355}"/>
    <pc:docChg chg="undo custSel addSld delSld modSld modMainMaster">
      <pc:chgData name="FREITAS Paulo" userId="3c12b39a-d365-4fcf-880b-102c81e2cdb9" providerId="ADAL" clId="{39995C84-9BA4-455A-913E-68A83670C355}" dt="2026-09-06T16:47:33.696" v="12369" actId="20577"/>
      <pc:docMkLst>
        <pc:docMk/>
      </pc:docMkLst>
      <pc:sldChg chg="modSp mod">
        <pc:chgData name="FREITAS Paulo" userId="3c12b39a-d365-4fcf-880b-102c81e2cdb9" providerId="ADAL" clId="{39995C84-9BA4-455A-913E-68A83670C355}" dt="2026-08-29T22:35:35.986" v="437" actId="255"/>
        <pc:sldMkLst>
          <pc:docMk/>
          <pc:sldMk cId="482028913" sldId="257"/>
        </pc:sldMkLst>
        <pc:spChg chg="mod">
          <ac:chgData name="FREITAS Paulo" userId="3c12b39a-d365-4fcf-880b-102c81e2cdb9" providerId="ADAL" clId="{39995C84-9BA4-455A-913E-68A83670C355}" dt="2026-08-29T22:35:35.986" v="437" actId="255"/>
          <ac:spMkLst>
            <pc:docMk/>
            <pc:sldMk cId="482028913" sldId="257"/>
            <ac:spMk id="7" creationId="{1627E5F9-8F22-D48A-5DFF-1741CF8B56CF}"/>
          </ac:spMkLst>
        </pc:spChg>
      </pc:sldChg>
      <pc:sldChg chg="modSp mod">
        <pc:chgData name="FREITAS Paulo" userId="3c12b39a-d365-4fcf-880b-102c81e2cdb9" providerId="ADAL" clId="{39995C84-9BA4-455A-913E-68A83670C355}" dt="2026-09-06T15:08:27.945" v="11931" actId="20577"/>
        <pc:sldMkLst>
          <pc:docMk/>
          <pc:sldMk cId="1782735688" sldId="259"/>
        </pc:sldMkLst>
        <pc:spChg chg="mod">
          <ac:chgData name="FREITAS Paulo" userId="3c12b39a-d365-4fcf-880b-102c81e2cdb9" providerId="ADAL" clId="{39995C84-9BA4-455A-913E-68A83670C355}" dt="2026-09-06T15:08:27.945" v="11931" actId="20577"/>
          <ac:spMkLst>
            <pc:docMk/>
            <pc:sldMk cId="1782735688" sldId="259"/>
            <ac:spMk id="7" creationId="{3CFEE7B9-93B5-4662-9D62-139B7AF512BD}"/>
          </ac:spMkLst>
        </pc:spChg>
      </pc:sldChg>
      <pc:sldChg chg="modSp mod">
        <pc:chgData name="FREITAS Paulo" userId="3c12b39a-d365-4fcf-880b-102c81e2cdb9" providerId="ADAL" clId="{39995C84-9BA4-455A-913E-68A83670C355}" dt="2026-09-06T15:09:13.918" v="11933" actId="113"/>
        <pc:sldMkLst>
          <pc:docMk/>
          <pc:sldMk cId="2585502595" sldId="260"/>
        </pc:sldMkLst>
        <pc:spChg chg="mod">
          <ac:chgData name="FREITAS Paulo" userId="3c12b39a-d365-4fcf-880b-102c81e2cdb9" providerId="ADAL" clId="{39995C84-9BA4-455A-913E-68A83670C355}" dt="2026-09-06T15:09:13.918" v="11933" actId="113"/>
          <ac:spMkLst>
            <pc:docMk/>
            <pc:sldMk cId="2585502595" sldId="260"/>
            <ac:spMk id="7" creationId="{D97F1F5B-8FD9-436E-1EAD-0C00C240276B}"/>
          </ac:spMkLst>
        </pc:spChg>
      </pc:sldChg>
      <pc:sldChg chg="modSp mod">
        <pc:chgData name="FREITAS Paulo" userId="3c12b39a-d365-4fcf-880b-102c81e2cdb9" providerId="ADAL" clId="{39995C84-9BA4-455A-913E-68A83670C355}" dt="2026-09-06T15:10:30.977" v="11945" actId="167"/>
        <pc:sldMkLst>
          <pc:docMk/>
          <pc:sldMk cId="2779865090" sldId="262"/>
        </pc:sldMkLst>
        <pc:spChg chg="mod">
          <ac:chgData name="FREITAS Paulo" userId="3c12b39a-d365-4fcf-880b-102c81e2cdb9" providerId="ADAL" clId="{39995C84-9BA4-455A-913E-68A83670C355}" dt="2026-09-06T15:10:09.960" v="11938" actId="1037"/>
          <ac:spMkLst>
            <pc:docMk/>
            <pc:sldMk cId="2779865090" sldId="262"/>
            <ac:spMk id="4" creationId="{7925B1DF-CBC3-728F-0578-493DB43AC568}"/>
          </ac:spMkLst>
        </pc:spChg>
        <pc:picChg chg="ord">
          <ac:chgData name="FREITAS Paulo" userId="3c12b39a-d365-4fcf-880b-102c81e2cdb9" providerId="ADAL" clId="{39995C84-9BA4-455A-913E-68A83670C355}" dt="2026-09-06T15:10:03.107" v="11936" actId="167"/>
          <ac:picMkLst>
            <pc:docMk/>
            <pc:sldMk cId="2779865090" sldId="262"/>
            <ac:picMk id="7" creationId="{2EF049A7-E502-D83B-4792-05048DEB4676}"/>
          </ac:picMkLst>
        </pc:picChg>
        <pc:picChg chg="mod">
          <ac:chgData name="FREITAS Paulo" userId="3c12b39a-d365-4fcf-880b-102c81e2cdb9" providerId="ADAL" clId="{39995C84-9BA4-455A-913E-68A83670C355}" dt="2026-09-06T15:10:30.977" v="11945" actId="167"/>
          <ac:picMkLst>
            <pc:docMk/>
            <pc:sldMk cId="2779865090" sldId="262"/>
            <ac:picMk id="8" creationId="{37542D15-050E-620A-ACA2-B6937C37C0EB}"/>
          </ac:picMkLst>
        </pc:picChg>
      </pc:sldChg>
      <pc:sldChg chg="modSp mod">
        <pc:chgData name="FREITAS Paulo" userId="3c12b39a-d365-4fcf-880b-102c81e2cdb9" providerId="ADAL" clId="{39995C84-9BA4-455A-913E-68A83670C355}" dt="2026-08-29T22:13:40.463" v="14" actId="20577"/>
        <pc:sldMkLst>
          <pc:docMk/>
          <pc:sldMk cId="1440874361" sldId="263"/>
        </pc:sldMkLst>
        <pc:spChg chg="mod">
          <ac:chgData name="FREITAS Paulo" userId="3c12b39a-d365-4fcf-880b-102c81e2cdb9" providerId="ADAL" clId="{39995C84-9BA4-455A-913E-68A83670C355}" dt="2026-08-29T22:13:40.463" v="14" actId="20577"/>
          <ac:spMkLst>
            <pc:docMk/>
            <pc:sldMk cId="1440874361" sldId="263"/>
            <ac:spMk id="12" creationId="{06E188A3-BEE1-07D7-2EFA-9E8FA8B3BC75}"/>
          </ac:spMkLst>
        </pc:spChg>
      </pc:sldChg>
      <pc:sldChg chg="modSp mod">
        <pc:chgData name="FREITAS Paulo" userId="3c12b39a-d365-4fcf-880b-102c81e2cdb9" providerId="ADAL" clId="{39995C84-9BA4-455A-913E-68A83670C355}" dt="2026-09-06T15:12:20.207" v="11949" actId="113"/>
        <pc:sldMkLst>
          <pc:docMk/>
          <pc:sldMk cId="1558224527" sldId="265"/>
        </pc:sldMkLst>
        <pc:spChg chg="mod">
          <ac:chgData name="FREITAS Paulo" userId="3c12b39a-d365-4fcf-880b-102c81e2cdb9" providerId="ADAL" clId="{39995C84-9BA4-455A-913E-68A83670C355}" dt="2026-09-06T15:12:20.207" v="11949" actId="113"/>
          <ac:spMkLst>
            <pc:docMk/>
            <pc:sldMk cId="1558224527" sldId="265"/>
            <ac:spMk id="7" creationId="{9EDB7E30-A2A6-4A95-6A21-1A4A6179A519}"/>
          </ac:spMkLst>
        </pc:spChg>
      </pc:sldChg>
      <pc:sldChg chg="addSp delSp modSp add mod">
        <pc:chgData name="FREITAS Paulo" userId="3c12b39a-d365-4fcf-880b-102c81e2cdb9" providerId="ADAL" clId="{39995C84-9BA4-455A-913E-68A83670C355}" dt="2026-09-06T15:21:35.175" v="11960" actId="14100"/>
        <pc:sldMkLst>
          <pc:docMk/>
          <pc:sldMk cId="4014391603" sldId="272"/>
        </pc:sldMkLst>
        <pc:spChg chg="mod">
          <ac:chgData name="FREITAS Paulo" userId="3c12b39a-d365-4fcf-880b-102c81e2cdb9" providerId="ADAL" clId="{39995C84-9BA4-455A-913E-68A83670C355}" dt="2026-08-29T22:15:38.482" v="22" actId="20577"/>
          <ac:spMkLst>
            <pc:docMk/>
            <pc:sldMk cId="4014391603" sldId="272"/>
            <ac:spMk id="3" creationId="{5829B77C-47ED-D5E6-5A01-B9847234D1FB}"/>
          </ac:spMkLst>
        </pc:spChg>
        <pc:spChg chg="mod">
          <ac:chgData name="FREITAS Paulo" userId="3c12b39a-d365-4fcf-880b-102c81e2cdb9" providerId="ADAL" clId="{39995C84-9BA4-455A-913E-68A83670C355}" dt="2026-09-06T15:21:35.175" v="11960" actId="14100"/>
          <ac:spMkLst>
            <pc:docMk/>
            <pc:sldMk cId="4014391603" sldId="272"/>
            <ac:spMk id="7" creationId="{9B0FDEF2-5E04-8B4D-8071-E251C8E04AB9}"/>
          </ac:spMkLst>
        </pc:spChg>
        <pc:picChg chg="add">
          <ac:chgData name="FREITAS Paulo" userId="3c12b39a-d365-4fcf-880b-102c81e2cdb9" providerId="ADAL" clId="{39995C84-9BA4-455A-913E-68A83670C355}" dt="2026-08-29T22:15:58.440" v="24" actId="22"/>
          <ac:picMkLst>
            <pc:docMk/>
            <pc:sldMk cId="4014391603" sldId="272"/>
            <ac:picMk id="5" creationId="{55015D17-42AC-C857-981B-1EDB85FB5047}"/>
          </ac:picMkLst>
        </pc:picChg>
        <pc:picChg chg="add mod ord">
          <ac:chgData name="FREITAS Paulo" userId="3c12b39a-d365-4fcf-880b-102c81e2cdb9" providerId="ADAL" clId="{39995C84-9BA4-455A-913E-68A83670C355}" dt="2026-09-06T15:21:17.444" v="11950" actId="167"/>
          <ac:picMkLst>
            <pc:docMk/>
            <pc:sldMk cId="4014391603" sldId="272"/>
            <ac:picMk id="9" creationId="{7A44A302-6427-6214-B8B3-17E13936C091}"/>
          </ac:picMkLst>
        </pc:picChg>
        <pc:picChg chg="add mod ord">
          <ac:chgData name="FREITAS Paulo" userId="3c12b39a-d365-4fcf-880b-102c81e2cdb9" providerId="ADAL" clId="{39995C84-9BA4-455A-913E-68A83670C355}" dt="2026-09-06T15:21:25.318" v="11959" actId="1038"/>
          <ac:picMkLst>
            <pc:docMk/>
            <pc:sldMk cId="4014391603" sldId="272"/>
            <ac:picMk id="12" creationId="{D7F1181B-FE74-E176-DB98-8822E4E6961B}"/>
          </ac:picMkLst>
        </pc:picChg>
      </pc:sldChg>
      <pc:sldChg chg="addSp delSp modSp new mod modClrScheme chgLayout">
        <pc:chgData name="FREITAS Paulo" userId="3c12b39a-d365-4fcf-880b-102c81e2cdb9" providerId="ADAL" clId="{39995C84-9BA4-455A-913E-68A83670C355}" dt="2026-09-06T16:47:33.696" v="12369" actId="20577"/>
        <pc:sldMkLst>
          <pc:docMk/>
          <pc:sldMk cId="2001853716" sldId="273"/>
        </pc:sldMkLst>
        <pc:spChg chg="add mod">
          <ac:chgData name="FREITAS Paulo" userId="3c12b39a-d365-4fcf-880b-102c81e2cdb9" providerId="ADAL" clId="{39995C84-9BA4-455A-913E-68A83670C355}" dt="2026-09-06T16:47:33.696" v="12369" actId="20577"/>
          <ac:spMkLst>
            <pc:docMk/>
            <pc:sldMk cId="2001853716" sldId="273"/>
            <ac:spMk id="2" creationId="{14F5AA3E-471B-8B2A-2098-223712793719}"/>
          </ac:spMkLst>
        </pc:spChg>
        <pc:spChg chg="add mod">
          <ac:chgData name="FREITAS Paulo" userId="3c12b39a-d365-4fcf-880b-102c81e2cdb9" providerId="ADAL" clId="{39995C84-9BA4-455A-913E-68A83670C355}" dt="2026-09-05T20:09:42.149" v="11160" actId="1035"/>
          <ac:spMkLst>
            <pc:docMk/>
            <pc:sldMk cId="2001853716" sldId="273"/>
            <ac:spMk id="5" creationId="{2CAEB48F-D356-3AC1-0385-DBE50DC9CB60}"/>
          </ac:spMkLst>
        </pc:spChg>
        <pc:spChg chg="add mod">
          <ac:chgData name="FREITAS Paulo" userId="3c12b39a-d365-4fcf-880b-102c81e2cdb9" providerId="ADAL" clId="{39995C84-9BA4-455A-913E-68A83670C355}" dt="2026-09-05T01:49:25.877" v="6776" actId="1037"/>
          <ac:spMkLst>
            <pc:docMk/>
            <pc:sldMk cId="2001853716" sldId="273"/>
            <ac:spMk id="7" creationId="{218EE11F-362A-94F9-DF2E-AF816AFC39AD}"/>
          </ac:spMkLst>
        </pc:spChg>
        <pc:picChg chg="add mod">
          <ac:chgData name="FREITAS Paulo" userId="3c12b39a-d365-4fcf-880b-102c81e2cdb9" providerId="ADAL" clId="{39995C84-9BA4-455A-913E-68A83670C355}" dt="2026-09-05T20:08:46.128" v="11110" actId="1037"/>
          <ac:picMkLst>
            <pc:docMk/>
            <pc:sldMk cId="2001853716" sldId="273"/>
            <ac:picMk id="4" creationId="{5EE6E1D9-9D18-2B91-0808-4BB0ECA57F32}"/>
          </ac:picMkLst>
        </pc:picChg>
        <pc:picChg chg="add mod">
          <ac:chgData name="FREITAS Paulo" userId="3c12b39a-d365-4fcf-880b-102c81e2cdb9" providerId="ADAL" clId="{39995C84-9BA4-455A-913E-68A83670C355}" dt="2026-08-29T22:26:27.169" v="224" actId="1037"/>
          <ac:picMkLst>
            <pc:docMk/>
            <pc:sldMk cId="2001853716" sldId="273"/>
            <ac:picMk id="6" creationId="{469820C0-EAF0-7F2C-9080-58151B245F15}"/>
          </ac:picMkLst>
        </pc:picChg>
      </pc:sldChg>
      <pc:sldChg chg="addSp delSp modSp add mod">
        <pc:chgData name="FREITAS Paulo" userId="3c12b39a-d365-4fcf-880b-102c81e2cdb9" providerId="ADAL" clId="{39995C84-9BA4-455A-913E-68A83670C355}" dt="2026-08-31T19:10:15.556" v="1714" actId="179"/>
        <pc:sldMkLst>
          <pc:docMk/>
          <pc:sldMk cId="3281518290" sldId="274"/>
        </pc:sldMkLst>
        <pc:spChg chg="mod">
          <ac:chgData name="FREITAS Paulo" userId="3c12b39a-d365-4fcf-880b-102c81e2cdb9" providerId="ADAL" clId="{39995C84-9BA4-455A-913E-68A83670C355}" dt="2026-08-29T22:36:43.748" v="475" actId="20577"/>
          <ac:spMkLst>
            <pc:docMk/>
            <pc:sldMk cId="3281518290" sldId="274"/>
            <ac:spMk id="3" creationId="{3AE94601-288C-5594-751F-3D48D9E6BE4F}"/>
          </ac:spMkLst>
        </pc:spChg>
        <pc:spChg chg="mod">
          <ac:chgData name="FREITAS Paulo" userId="3c12b39a-d365-4fcf-880b-102c81e2cdb9" providerId="ADAL" clId="{39995C84-9BA4-455A-913E-68A83670C355}" dt="2026-08-31T19:10:15.556" v="1714" actId="179"/>
          <ac:spMkLst>
            <pc:docMk/>
            <pc:sldMk cId="3281518290" sldId="274"/>
            <ac:spMk id="7" creationId="{3F3D02F8-9971-D557-331D-552144BB8A33}"/>
          </ac:spMkLst>
        </pc:spChg>
        <pc:spChg chg="add mod">
          <ac:chgData name="FREITAS Paulo" userId="3c12b39a-d365-4fcf-880b-102c81e2cdb9" providerId="ADAL" clId="{39995C84-9BA4-455A-913E-68A83670C355}" dt="2026-08-29T22:44:25.038" v="791" actId="20577"/>
          <ac:spMkLst>
            <pc:docMk/>
            <pc:sldMk cId="3281518290" sldId="274"/>
            <ac:spMk id="10" creationId="{05E2741B-4C14-16CB-A2F6-B2A308991E36}"/>
          </ac:spMkLst>
        </pc:spChg>
        <pc:picChg chg="add mod">
          <ac:chgData name="FREITAS Paulo" userId="3c12b39a-d365-4fcf-880b-102c81e2cdb9" providerId="ADAL" clId="{39995C84-9BA4-455A-913E-68A83670C355}" dt="2026-08-29T22:41:56.869" v="603" actId="1036"/>
          <ac:picMkLst>
            <pc:docMk/>
            <pc:sldMk cId="3281518290" sldId="274"/>
            <ac:picMk id="6" creationId="{CAD15BAB-E156-28F3-57C9-C482A2452C7F}"/>
          </ac:picMkLst>
        </pc:picChg>
        <pc:picChg chg="add mod">
          <ac:chgData name="FREITAS Paulo" userId="3c12b39a-d365-4fcf-880b-102c81e2cdb9" providerId="ADAL" clId="{39995C84-9BA4-455A-913E-68A83670C355}" dt="2026-08-29T22:58:47.746" v="1187" actId="1038"/>
          <ac:picMkLst>
            <pc:docMk/>
            <pc:sldMk cId="3281518290" sldId="274"/>
            <ac:picMk id="13" creationId="{87BEFE72-369B-C73E-D80D-424E505A8F8E}"/>
          </ac:picMkLst>
        </pc:picChg>
      </pc:sldChg>
      <pc:sldChg chg="addSp delSp modSp add mod">
        <pc:chgData name="FREITAS Paulo" userId="3c12b39a-d365-4fcf-880b-102c81e2cdb9" providerId="ADAL" clId="{39995C84-9BA4-455A-913E-68A83670C355}" dt="2026-08-31T19:10:11.732" v="1713" actId="179"/>
        <pc:sldMkLst>
          <pc:docMk/>
          <pc:sldMk cId="3691375255" sldId="275"/>
        </pc:sldMkLst>
        <pc:spChg chg="mod">
          <ac:chgData name="FREITAS Paulo" userId="3c12b39a-d365-4fcf-880b-102c81e2cdb9" providerId="ADAL" clId="{39995C84-9BA4-455A-913E-68A83670C355}" dt="2026-08-31T19:10:11.732" v="1713" actId="179"/>
          <ac:spMkLst>
            <pc:docMk/>
            <pc:sldMk cId="3691375255" sldId="275"/>
            <ac:spMk id="7" creationId="{3EAD2912-2C01-1399-0E7E-A7EDD32A1350}"/>
          </ac:spMkLst>
        </pc:spChg>
        <pc:picChg chg="add">
          <ac:chgData name="FREITAS Paulo" userId="3c12b39a-d365-4fcf-880b-102c81e2cdb9" providerId="ADAL" clId="{39995C84-9BA4-455A-913E-68A83670C355}" dt="2026-08-29T22:59:06.013" v="1189" actId="22"/>
          <ac:picMkLst>
            <pc:docMk/>
            <pc:sldMk cId="3691375255" sldId="275"/>
            <ac:picMk id="5" creationId="{309DF9A4-6057-9EC5-4C20-5C3580E0E4F7}"/>
          </ac:picMkLst>
        </pc:picChg>
      </pc:sldChg>
      <pc:sldChg chg="addSp delSp modSp add mod">
        <pc:chgData name="FREITAS Paulo" userId="3c12b39a-d365-4fcf-880b-102c81e2cdb9" providerId="ADAL" clId="{39995C84-9BA4-455A-913E-68A83670C355}" dt="2026-08-31T19:10:07.426" v="1712" actId="179"/>
        <pc:sldMkLst>
          <pc:docMk/>
          <pc:sldMk cId="2497084204" sldId="276"/>
        </pc:sldMkLst>
        <pc:spChg chg="mod">
          <ac:chgData name="FREITAS Paulo" userId="3c12b39a-d365-4fcf-880b-102c81e2cdb9" providerId="ADAL" clId="{39995C84-9BA4-455A-913E-68A83670C355}" dt="2026-08-31T19:10:07.426" v="1712" actId="179"/>
          <ac:spMkLst>
            <pc:docMk/>
            <pc:sldMk cId="2497084204" sldId="276"/>
            <ac:spMk id="7" creationId="{AB6A8B44-E5F2-6FF0-C01C-8191C6822946}"/>
          </ac:spMkLst>
        </pc:spChg>
        <pc:picChg chg="add">
          <ac:chgData name="FREITAS Paulo" userId="3c12b39a-d365-4fcf-880b-102c81e2cdb9" providerId="ADAL" clId="{39995C84-9BA4-455A-913E-68A83670C355}" dt="2026-08-29T22:59:11.043" v="1191" actId="22"/>
          <ac:picMkLst>
            <pc:docMk/>
            <pc:sldMk cId="2497084204" sldId="276"/>
            <ac:picMk id="5" creationId="{53E38EFA-DFF8-6284-31DA-0B7F594B3BC4}"/>
          </ac:picMkLst>
        </pc:picChg>
      </pc:sldChg>
      <pc:sldChg chg="modSp add mod">
        <pc:chgData name="FREITAS Paulo" userId="3c12b39a-d365-4fcf-880b-102c81e2cdb9" providerId="ADAL" clId="{39995C84-9BA4-455A-913E-68A83670C355}" dt="2026-09-04T22:09:55.830" v="3939" actId="113"/>
        <pc:sldMkLst>
          <pc:docMk/>
          <pc:sldMk cId="4208769087" sldId="278"/>
        </pc:sldMkLst>
        <pc:spChg chg="mod">
          <ac:chgData name="FREITAS Paulo" userId="3c12b39a-d365-4fcf-880b-102c81e2cdb9" providerId="ADAL" clId="{39995C84-9BA4-455A-913E-68A83670C355}" dt="2026-09-04T22:09:55.830" v="3939" actId="113"/>
          <ac:spMkLst>
            <pc:docMk/>
            <pc:sldMk cId="4208769087" sldId="278"/>
            <ac:spMk id="7" creationId="{C3B90977-E18E-15FB-9AF6-566A4FA9825B}"/>
          </ac:spMkLst>
        </pc:spChg>
      </pc:sldChg>
      <pc:sldChg chg="addSp delSp modSp add mod">
        <pc:chgData name="FREITAS Paulo" userId="3c12b39a-d365-4fcf-880b-102c81e2cdb9" providerId="ADAL" clId="{39995C84-9BA4-455A-913E-68A83670C355}" dt="2026-08-31T19:10:21.606" v="1715" actId="179"/>
        <pc:sldMkLst>
          <pc:docMk/>
          <pc:sldMk cId="4275530592" sldId="279"/>
        </pc:sldMkLst>
        <pc:spChg chg="mod">
          <ac:chgData name="FREITAS Paulo" userId="3c12b39a-d365-4fcf-880b-102c81e2cdb9" providerId="ADAL" clId="{39995C84-9BA4-455A-913E-68A83670C355}" dt="2026-08-31T19:10:21.606" v="1715" actId="179"/>
          <ac:spMkLst>
            <pc:docMk/>
            <pc:sldMk cId="4275530592" sldId="279"/>
            <ac:spMk id="7" creationId="{D94FA7CB-EF02-BCEA-30EF-2F1352EEA534}"/>
          </ac:spMkLst>
        </pc:spChg>
        <pc:spChg chg="mod">
          <ac:chgData name="FREITAS Paulo" userId="3c12b39a-d365-4fcf-880b-102c81e2cdb9" providerId="ADAL" clId="{39995C84-9BA4-455A-913E-68A83670C355}" dt="2026-08-29T23:10:53.481" v="1475" actId="20577"/>
          <ac:spMkLst>
            <pc:docMk/>
            <pc:sldMk cId="4275530592" sldId="279"/>
            <ac:spMk id="10" creationId="{0712BDC1-2BCB-7359-C926-298236823D04}"/>
          </ac:spMkLst>
        </pc:spChg>
        <pc:picChg chg="add mod ord">
          <ac:chgData name="FREITAS Paulo" userId="3c12b39a-d365-4fcf-880b-102c81e2cdb9" providerId="ADAL" clId="{39995C84-9BA4-455A-913E-68A83670C355}" dt="2026-08-29T23:06:35.567" v="1365" actId="14100"/>
          <ac:picMkLst>
            <pc:docMk/>
            <pc:sldMk cId="4275530592" sldId="279"/>
            <ac:picMk id="2" creationId="{E005A87A-B028-5451-0FEA-BC8AAF236E7C}"/>
          </ac:picMkLst>
        </pc:picChg>
        <pc:picChg chg="add mod">
          <ac:chgData name="FREITAS Paulo" userId="3c12b39a-d365-4fcf-880b-102c81e2cdb9" providerId="ADAL" clId="{39995C84-9BA4-455A-913E-68A83670C355}" dt="2026-08-29T23:15:29.069" v="1514" actId="1038"/>
          <ac:picMkLst>
            <pc:docMk/>
            <pc:sldMk cId="4275530592" sldId="279"/>
            <ac:picMk id="5" creationId="{E0384CAF-A5EC-8363-64D7-E9B4B9F43472}"/>
          </ac:picMkLst>
        </pc:picChg>
      </pc:sldChg>
      <pc:sldChg chg="addSp delSp modSp add mod">
        <pc:chgData name="FREITAS Paulo" userId="3c12b39a-d365-4fcf-880b-102c81e2cdb9" providerId="ADAL" clId="{39995C84-9BA4-455A-913E-68A83670C355}" dt="2026-08-31T19:10:28.286" v="1716" actId="179"/>
        <pc:sldMkLst>
          <pc:docMk/>
          <pc:sldMk cId="2879031054" sldId="280"/>
        </pc:sldMkLst>
        <pc:spChg chg="mod">
          <ac:chgData name="FREITAS Paulo" userId="3c12b39a-d365-4fcf-880b-102c81e2cdb9" providerId="ADAL" clId="{39995C84-9BA4-455A-913E-68A83670C355}" dt="2026-08-31T19:10:28.286" v="1716" actId="179"/>
          <ac:spMkLst>
            <pc:docMk/>
            <pc:sldMk cId="2879031054" sldId="280"/>
            <ac:spMk id="7" creationId="{52EC7C4F-FB7D-6635-9AC0-41884838811E}"/>
          </ac:spMkLst>
        </pc:spChg>
        <pc:picChg chg="add">
          <ac:chgData name="FREITAS Paulo" userId="3c12b39a-d365-4fcf-880b-102c81e2cdb9" providerId="ADAL" clId="{39995C84-9BA4-455A-913E-68A83670C355}" dt="2026-08-29T23:15:35.891" v="1516" actId="22"/>
          <ac:picMkLst>
            <pc:docMk/>
            <pc:sldMk cId="2879031054" sldId="280"/>
            <ac:picMk id="4" creationId="{EF312328-DA36-47B1-A5AB-529724A81321}"/>
          </ac:picMkLst>
        </pc:picChg>
      </pc:sldChg>
      <pc:sldChg chg="modSp add mod modNotesTx">
        <pc:chgData name="FREITAS Paulo" userId="3c12b39a-d365-4fcf-880b-102c81e2cdb9" providerId="ADAL" clId="{39995C84-9BA4-455A-913E-68A83670C355}" dt="2026-09-06T15:33:30.582" v="11962" actId="20577"/>
        <pc:sldMkLst>
          <pc:docMk/>
          <pc:sldMk cId="3309021837" sldId="281"/>
        </pc:sldMkLst>
        <pc:spChg chg="mod">
          <ac:chgData name="FREITAS Paulo" userId="3c12b39a-d365-4fcf-880b-102c81e2cdb9" providerId="ADAL" clId="{39995C84-9BA4-455A-913E-68A83670C355}" dt="2026-09-06T15:33:30.582" v="11962" actId="20577"/>
          <ac:spMkLst>
            <pc:docMk/>
            <pc:sldMk cId="3309021837" sldId="281"/>
            <ac:spMk id="7" creationId="{A11C3AE3-86DF-E195-49ED-C1B1CD196761}"/>
          </ac:spMkLst>
        </pc:spChg>
      </pc:sldChg>
      <pc:sldChg chg="modSp add mod modNotesTx">
        <pc:chgData name="FREITAS Paulo" userId="3c12b39a-d365-4fcf-880b-102c81e2cdb9" providerId="ADAL" clId="{39995C84-9BA4-455A-913E-68A83670C355}" dt="2026-09-04T22:09:44.072" v="3936" actId="113"/>
        <pc:sldMkLst>
          <pc:docMk/>
          <pc:sldMk cId="551950103" sldId="282"/>
        </pc:sldMkLst>
        <pc:spChg chg="mod">
          <ac:chgData name="FREITAS Paulo" userId="3c12b39a-d365-4fcf-880b-102c81e2cdb9" providerId="ADAL" clId="{39995C84-9BA4-455A-913E-68A83670C355}" dt="2026-09-04T22:09:44.072" v="3936" actId="113"/>
          <ac:spMkLst>
            <pc:docMk/>
            <pc:sldMk cId="551950103" sldId="282"/>
            <ac:spMk id="7" creationId="{51463FD3-4EF8-B734-A763-D77CDCE3B3BD}"/>
          </ac:spMkLst>
        </pc:spChg>
      </pc:sldChg>
      <pc:sldChg chg="addSp delSp modSp add mod modNotesTx">
        <pc:chgData name="FREITAS Paulo" userId="3c12b39a-d365-4fcf-880b-102c81e2cdb9" providerId="ADAL" clId="{39995C84-9BA4-455A-913E-68A83670C355}" dt="2026-09-06T15:50:17.682" v="12129" actId="20577"/>
        <pc:sldMkLst>
          <pc:docMk/>
          <pc:sldMk cId="2927394917" sldId="283"/>
        </pc:sldMkLst>
        <pc:spChg chg="mod">
          <ac:chgData name="FREITAS Paulo" userId="3c12b39a-d365-4fcf-880b-102c81e2cdb9" providerId="ADAL" clId="{39995C84-9BA4-455A-913E-68A83670C355}" dt="2026-08-31T19:54:30.314" v="2432" actId="20577"/>
          <ac:spMkLst>
            <pc:docMk/>
            <pc:sldMk cId="2927394917" sldId="283"/>
            <ac:spMk id="7" creationId="{6AADEEB9-7927-9AE5-8C77-15F0E0FF32A1}"/>
          </ac:spMkLst>
        </pc:spChg>
        <pc:spChg chg="mod">
          <ac:chgData name="FREITAS Paulo" userId="3c12b39a-d365-4fcf-880b-102c81e2cdb9" providerId="ADAL" clId="{39995C84-9BA4-455A-913E-68A83670C355}" dt="2026-08-31T20:22:47.291" v="2732" actId="14100"/>
          <ac:spMkLst>
            <pc:docMk/>
            <pc:sldMk cId="2927394917" sldId="283"/>
            <ac:spMk id="10" creationId="{B75D1718-0D12-68D8-19B0-E30863791CE8}"/>
          </ac:spMkLst>
        </pc:spChg>
        <pc:spChg chg="add mod">
          <ac:chgData name="FREITAS Paulo" userId="3c12b39a-d365-4fcf-880b-102c81e2cdb9" providerId="ADAL" clId="{39995C84-9BA4-455A-913E-68A83670C355}" dt="2026-08-31T21:12:23.559" v="3229" actId="255"/>
          <ac:spMkLst>
            <pc:docMk/>
            <pc:sldMk cId="2927394917" sldId="283"/>
            <ac:spMk id="20" creationId="{4562E106-3EB4-06BB-3CD4-D5F14AE699BD}"/>
          </ac:spMkLst>
        </pc:spChg>
        <pc:spChg chg="add mod">
          <ac:chgData name="FREITAS Paulo" userId="3c12b39a-d365-4fcf-880b-102c81e2cdb9" providerId="ADAL" clId="{39995C84-9BA4-455A-913E-68A83670C355}" dt="2026-08-31T21:12:18.745" v="3228" actId="255"/>
          <ac:spMkLst>
            <pc:docMk/>
            <pc:sldMk cId="2927394917" sldId="283"/>
            <ac:spMk id="22" creationId="{974E8B79-348D-FC42-B8B6-091285868931}"/>
          </ac:spMkLst>
        </pc:spChg>
        <pc:picChg chg="add mod">
          <ac:chgData name="FREITAS Paulo" userId="3c12b39a-d365-4fcf-880b-102c81e2cdb9" providerId="ADAL" clId="{39995C84-9BA4-455A-913E-68A83670C355}" dt="2026-08-31T19:50:12.376" v="2370" actId="1036"/>
          <ac:picMkLst>
            <pc:docMk/>
            <pc:sldMk cId="2927394917" sldId="283"/>
            <ac:picMk id="9" creationId="{E4D52DC5-6594-9DE6-F854-23DAF2D5F6F2}"/>
          </ac:picMkLst>
        </pc:picChg>
        <pc:picChg chg="add">
          <ac:chgData name="FREITAS Paulo" userId="3c12b39a-d365-4fcf-880b-102c81e2cdb9" providerId="ADAL" clId="{39995C84-9BA4-455A-913E-68A83670C355}" dt="2026-08-31T21:12:05.262" v="3227" actId="22"/>
          <ac:picMkLst>
            <pc:docMk/>
            <pc:sldMk cId="2927394917" sldId="283"/>
            <ac:picMk id="16" creationId="{C8987254-92C7-4F4C-4A60-922ABCE51755}"/>
          </ac:picMkLst>
        </pc:picChg>
        <pc:picChg chg="add">
          <ac:chgData name="FREITAS Paulo" userId="3c12b39a-d365-4fcf-880b-102c81e2cdb9" providerId="ADAL" clId="{39995C84-9BA4-455A-913E-68A83670C355}" dt="2026-08-31T21:12:05.262" v="3227" actId="22"/>
          <ac:picMkLst>
            <pc:docMk/>
            <pc:sldMk cId="2927394917" sldId="283"/>
            <ac:picMk id="18" creationId="{D155F3E1-690B-25B6-6B8E-4261CE24848D}"/>
          </ac:picMkLst>
        </pc:picChg>
      </pc:sldChg>
      <pc:sldChg chg="addSp delSp modSp add mod">
        <pc:chgData name="FREITAS Paulo" userId="3c12b39a-d365-4fcf-880b-102c81e2cdb9" providerId="ADAL" clId="{39995C84-9BA4-455A-913E-68A83670C355}" dt="2026-08-31T20:14:20.750" v="2569" actId="20577"/>
        <pc:sldMkLst>
          <pc:docMk/>
          <pc:sldMk cId="2477207192" sldId="284"/>
        </pc:sldMkLst>
        <pc:spChg chg="mod">
          <ac:chgData name="FREITAS Paulo" userId="3c12b39a-d365-4fcf-880b-102c81e2cdb9" providerId="ADAL" clId="{39995C84-9BA4-455A-913E-68A83670C355}" dt="2026-08-31T20:14:20.750" v="2569" actId="20577"/>
          <ac:spMkLst>
            <pc:docMk/>
            <pc:sldMk cId="2477207192" sldId="284"/>
            <ac:spMk id="7" creationId="{9F714E58-B34E-8D8C-B9CE-6B60F2944C3E}"/>
          </ac:spMkLst>
        </pc:spChg>
        <pc:picChg chg="add">
          <ac:chgData name="FREITAS Paulo" userId="3c12b39a-d365-4fcf-880b-102c81e2cdb9" providerId="ADAL" clId="{39995C84-9BA4-455A-913E-68A83670C355}" dt="2026-08-31T19:54:12.574" v="2409" actId="22"/>
          <ac:picMkLst>
            <pc:docMk/>
            <pc:sldMk cId="2477207192" sldId="284"/>
            <ac:picMk id="5" creationId="{411F6B5A-B08B-B54E-B295-C25ABB630ADB}"/>
          </ac:picMkLst>
        </pc:picChg>
      </pc:sldChg>
      <pc:sldChg chg="addSp delSp modSp add mod modNotesTx">
        <pc:chgData name="FREITAS Paulo" userId="3c12b39a-d365-4fcf-880b-102c81e2cdb9" providerId="ADAL" clId="{39995C84-9BA4-455A-913E-68A83670C355}" dt="2026-09-06T15:52:27.135" v="12137" actId="113"/>
        <pc:sldMkLst>
          <pc:docMk/>
          <pc:sldMk cId="2368681229" sldId="285"/>
        </pc:sldMkLst>
        <pc:spChg chg="mod">
          <ac:chgData name="FREITAS Paulo" userId="3c12b39a-d365-4fcf-880b-102c81e2cdb9" providerId="ADAL" clId="{39995C84-9BA4-455A-913E-68A83670C355}" dt="2026-09-06T15:51:06.830" v="12130" actId="207"/>
          <ac:spMkLst>
            <pc:docMk/>
            <pc:sldMk cId="2368681229" sldId="285"/>
            <ac:spMk id="7" creationId="{FB63E80F-C9AE-48BD-79F7-E79194A807B5}"/>
          </ac:spMkLst>
        </pc:spChg>
        <pc:picChg chg="add">
          <ac:chgData name="FREITAS Paulo" userId="3c12b39a-d365-4fcf-880b-102c81e2cdb9" providerId="ADAL" clId="{39995C84-9BA4-455A-913E-68A83670C355}" dt="2026-08-31T20:15:27.025" v="2572" actId="22"/>
          <ac:picMkLst>
            <pc:docMk/>
            <pc:sldMk cId="2368681229" sldId="285"/>
            <ac:picMk id="5" creationId="{69211B26-8C55-3BDF-B37E-1515C6825318}"/>
          </ac:picMkLst>
        </pc:picChg>
      </pc:sldChg>
      <pc:sldChg chg="addSp delSp modSp add mod">
        <pc:chgData name="FREITAS Paulo" userId="3c12b39a-d365-4fcf-880b-102c81e2cdb9" providerId="ADAL" clId="{39995C84-9BA4-455A-913E-68A83670C355}" dt="2026-09-04T22:09:01.473" v="3926" actId="113"/>
        <pc:sldMkLst>
          <pc:docMk/>
          <pc:sldMk cId="2227047352" sldId="286"/>
        </pc:sldMkLst>
        <pc:spChg chg="mod">
          <ac:chgData name="FREITAS Paulo" userId="3c12b39a-d365-4fcf-880b-102c81e2cdb9" providerId="ADAL" clId="{39995C84-9BA4-455A-913E-68A83670C355}" dt="2026-09-04T22:09:01.473" v="3926" actId="113"/>
          <ac:spMkLst>
            <pc:docMk/>
            <pc:sldMk cId="2227047352" sldId="286"/>
            <ac:spMk id="7" creationId="{E6539FFD-D4A1-6F6E-4CF6-2FCEBD24135A}"/>
          </ac:spMkLst>
        </pc:spChg>
        <pc:picChg chg="add">
          <ac:chgData name="FREITAS Paulo" userId="3c12b39a-d365-4fcf-880b-102c81e2cdb9" providerId="ADAL" clId="{39995C84-9BA4-455A-913E-68A83670C355}" dt="2026-08-31T20:47:20.356" v="2765" actId="22"/>
          <ac:picMkLst>
            <pc:docMk/>
            <pc:sldMk cId="2227047352" sldId="286"/>
            <ac:picMk id="5" creationId="{49B007F3-DE51-426E-F375-0E3CE35AD279}"/>
          </ac:picMkLst>
        </pc:picChg>
      </pc:sldChg>
      <pc:sldChg chg="addSp delSp modSp add mod">
        <pc:chgData name="FREITAS Paulo" userId="3c12b39a-d365-4fcf-880b-102c81e2cdb9" providerId="ADAL" clId="{39995C84-9BA4-455A-913E-68A83670C355}" dt="2026-09-02T21:44:38.206" v="3418" actId="1036"/>
        <pc:sldMkLst>
          <pc:docMk/>
          <pc:sldMk cId="2041111025" sldId="287"/>
        </pc:sldMkLst>
        <pc:spChg chg="mod">
          <ac:chgData name="FREITAS Paulo" userId="3c12b39a-d365-4fcf-880b-102c81e2cdb9" providerId="ADAL" clId="{39995C84-9BA4-455A-913E-68A83670C355}" dt="2026-08-31T21:16:26.928" v="3299" actId="6549"/>
          <ac:spMkLst>
            <pc:docMk/>
            <pc:sldMk cId="2041111025" sldId="287"/>
            <ac:spMk id="7" creationId="{A0A6F581-C25A-7755-09C0-1A5E4174646F}"/>
          </ac:spMkLst>
        </pc:spChg>
        <pc:spChg chg="mod">
          <ac:chgData name="FREITAS Paulo" userId="3c12b39a-d365-4fcf-880b-102c81e2cdb9" providerId="ADAL" clId="{39995C84-9BA4-455A-913E-68A83670C355}" dt="2026-09-02T21:44:32.977" v="3408" actId="14100"/>
          <ac:spMkLst>
            <pc:docMk/>
            <pc:sldMk cId="2041111025" sldId="287"/>
            <ac:spMk id="10" creationId="{4664E398-7D19-60D8-9243-47CEF03F8247}"/>
          </ac:spMkLst>
        </pc:spChg>
        <pc:picChg chg="add mod">
          <ac:chgData name="FREITAS Paulo" userId="3c12b39a-d365-4fcf-880b-102c81e2cdb9" providerId="ADAL" clId="{39995C84-9BA4-455A-913E-68A83670C355}" dt="2026-09-02T21:44:38.206" v="3418" actId="1036"/>
          <ac:picMkLst>
            <pc:docMk/>
            <pc:sldMk cId="2041111025" sldId="287"/>
            <ac:picMk id="16" creationId="{F2001B1B-1D35-6171-1F79-5D3DB80AE654}"/>
          </ac:picMkLst>
        </pc:picChg>
        <pc:picChg chg="add mod">
          <ac:chgData name="FREITAS Paulo" userId="3c12b39a-d365-4fcf-880b-102c81e2cdb9" providerId="ADAL" clId="{39995C84-9BA4-455A-913E-68A83670C355}" dt="2026-08-31T21:20:24.642" v="3374" actId="1038"/>
          <ac:picMkLst>
            <pc:docMk/>
            <pc:sldMk cId="2041111025" sldId="287"/>
            <ac:picMk id="18" creationId="{EA78704C-8C1D-DB8E-69A8-254A317EE641}"/>
          </ac:picMkLst>
        </pc:picChg>
      </pc:sldChg>
      <pc:sldChg chg="delSp modSp add mod modNotesTx">
        <pc:chgData name="FREITAS Paulo" userId="3c12b39a-d365-4fcf-880b-102c81e2cdb9" providerId="ADAL" clId="{39995C84-9BA4-455A-913E-68A83670C355}" dt="2026-09-06T15:53:34.441" v="12139" actId="113"/>
        <pc:sldMkLst>
          <pc:docMk/>
          <pc:sldMk cId="882147416" sldId="288"/>
        </pc:sldMkLst>
        <pc:spChg chg="mod">
          <ac:chgData name="FREITAS Paulo" userId="3c12b39a-d365-4fcf-880b-102c81e2cdb9" providerId="ADAL" clId="{39995C84-9BA4-455A-913E-68A83670C355}" dt="2026-09-06T15:53:34.441" v="12139" actId="113"/>
          <ac:spMkLst>
            <pc:docMk/>
            <pc:sldMk cId="882147416" sldId="288"/>
            <ac:spMk id="7" creationId="{032565DE-53C5-265D-338F-D6C88416D049}"/>
          </ac:spMkLst>
        </pc:spChg>
      </pc:sldChg>
      <pc:sldChg chg="addSp delSp modSp add mod modNotesTx">
        <pc:chgData name="FREITAS Paulo" userId="3c12b39a-d365-4fcf-880b-102c81e2cdb9" providerId="ADAL" clId="{39995C84-9BA4-455A-913E-68A83670C355}" dt="2026-09-04T22:07:55.521" v="3915" actId="20577"/>
        <pc:sldMkLst>
          <pc:docMk/>
          <pc:sldMk cId="4381545" sldId="289"/>
        </pc:sldMkLst>
        <pc:spChg chg="mod">
          <ac:chgData name="FREITAS Paulo" userId="3c12b39a-d365-4fcf-880b-102c81e2cdb9" providerId="ADAL" clId="{39995C84-9BA4-455A-913E-68A83670C355}" dt="2026-09-04T22:07:55.521" v="3915" actId="20577"/>
          <ac:spMkLst>
            <pc:docMk/>
            <pc:sldMk cId="4381545" sldId="289"/>
            <ac:spMk id="7" creationId="{FE797ADA-1600-D023-23B7-748AB7BAABE7}"/>
          </ac:spMkLst>
        </pc:spChg>
        <pc:picChg chg="add">
          <ac:chgData name="FREITAS Paulo" userId="3c12b39a-d365-4fcf-880b-102c81e2cdb9" providerId="ADAL" clId="{39995C84-9BA4-455A-913E-68A83670C355}" dt="2026-09-04T21:50:18.457" v="3538" actId="22"/>
          <ac:picMkLst>
            <pc:docMk/>
            <pc:sldMk cId="4381545" sldId="289"/>
            <ac:picMk id="4" creationId="{04DCF2FC-5FE7-3FE1-FF3A-03849F36015E}"/>
          </ac:picMkLst>
        </pc:picChg>
      </pc:sldChg>
      <pc:sldChg chg="modSp add mod modNotesTx">
        <pc:chgData name="FREITAS Paulo" userId="3c12b39a-d365-4fcf-880b-102c81e2cdb9" providerId="ADAL" clId="{39995C84-9BA4-455A-913E-68A83670C355}" dt="2026-09-04T22:17:16.567" v="3993" actId="6549"/>
        <pc:sldMkLst>
          <pc:docMk/>
          <pc:sldMk cId="4214482892" sldId="290"/>
        </pc:sldMkLst>
        <pc:spChg chg="mod">
          <ac:chgData name="FREITAS Paulo" userId="3c12b39a-d365-4fcf-880b-102c81e2cdb9" providerId="ADAL" clId="{39995C84-9BA4-455A-913E-68A83670C355}" dt="2026-09-04T22:11:51.965" v="3964" actId="20577"/>
          <ac:spMkLst>
            <pc:docMk/>
            <pc:sldMk cId="4214482892" sldId="290"/>
            <ac:spMk id="7" creationId="{5E383278-AF6A-10CE-3113-068F97708646}"/>
          </ac:spMkLst>
        </pc:spChg>
      </pc:sldChg>
      <pc:sldChg chg="addSp delSp modSp add mod modNotesTx">
        <pc:chgData name="FREITAS Paulo" userId="3c12b39a-d365-4fcf-880b-102c81e2cdb9" providerId="ADAL" clId="{39995C84-9BA4-455A-913E-68A83670C355}" dt="2026-09-06T15:55:17.846" v="12140" actId="113"/>
        <pc:sldMkLst>
          <pc:docMk/>
          <pc:sldMk cId="477834023" sldId="291"/>
        </pc:sldMkLst>
        <pc:spChg chg="mod">
          <ac:chgData name="FREITAS Paulo" userId="3c12b39a-d365-4fcf-880b-102c81e2cdb9" providerId="ADAL" clId="{39995C84-9BA4-455A-913E-68A83670C355}" dt="2026-09-06T15:55:17.846" v="12140" actId="113"/>
          <ac:spMkLst>
            <pc:docMk/>
            <pc:sldMk cId="477834023" sldId="291"/>
            <ac:spMk id="7" creationId="{8881830E-F0D9-7B2E-51C5-CAD48393254C}"/>
          </ac:spMkLst>
        </pc:spChg>
        <pc:spChg chg="mod">
          <ac:chgData name="FREITAS Paulo" userId="3c12b39a-d365-4fcf-880b-102c81e2cdb9" providerId="ADAL" clId="{39995C84-9BA4-455A-913E-68A83670C355}" dt="2026-09-04T22:40:34.421" v="4436" actId="179"/>
          <ac:spMkLst>
            <pc:docMk/>
            <pc:sldMk cId="477834023" sldId="291"/>
            <ac:spMk id="10" creationId="{E2EA0AB7-FCEF-7D84-9CC4-B0274CD83780}"/>
          </ac:spMkLst>
        </pc:spChg>
        <pc:picChg chg="add mod">
          <ac:chgData name="FREITAS Paulo" userId="3c12b39a-d365-4fcf-880b-102c81e2cdb9" providerId="ADAL" clId="{39995C84-9BA4-455A-913E-68A83670C355}" dt="2026-09-04T22:20:49.332" v="4123" actId="14100"/>
          <ac:picMkLst>
            <pc:docMk/>
            <pc:sldMk cId="477834023" sldId="291"/>
            <ac:picMk id="2" creationId="{7FE52EAC-046E-654B-05F1-A56C1034428B}"/>
          </ac:picMkLst>
        </pc:picChg>
        <pc:picChg chg="add mod">
          <ac:chgData name="FREITAS Paulo" userId="3c12b39a-d365-4fcf-880b-102c81e2cdb9" providerId="ADAL" clId="{39995C84-9BA4-455A-913E-68A83670C355}" dt="2026-09-04T22:20:43.732" v="4122" actId="1038"/>
          <ac:picMkLst>
            <pc:docMk/>
            <pc:sldMk cId="477834023" sldId="291"/>
            <ac:picMk id="5" creationId="{5B417DAB-031D-6FB9-B108-F4FB11D4CDFA}"/>
          </ac:picMkLst>
        </pc:picChg>
      </pc:sldChg>
      <pc:sldChg chg="addSp delSp modSp add mod modTransition">
        <pc:chgData name="FREITAS Paulo" userId="3c12b39a-d365-4fcf-880b-102c81e2cdb9" providerId="ADAL" clId="{39995C84-9BA4-455A-913E-68A83670C355}" dt="2026-09-04T22:41:54.082" v="4448" actId="255"/>
        <pc:sldMkLst>
          <pc:docMk/>
          <pc:sldMk cId="3010113374" sldId="292"/>
        </pc:sldMkLst>
        <pc:spChg chg="mod">
          <ac:chgData name="FREITAS Paulo" userId="3c12b39a-d365-4fcf-880b-102c81e2cdb9" providerId="ADAL" clId="{39995C84-9BA4-455A-913E-68A83670C355}" dt="2026-09-04T22:41:54.082" v="4448" actId="255"/>
          <ac:spMkLst>
            <pc:docMk/>
            <pc:sldMk cId="3010113374" sldId="292"/>
            <ac:spMk id="7" creationId="{F4F47C27-E725-7BB5-78BD-7B00EC3E550B}"/>
          </ac:spMkLst>
        </pc:spChg>
        <pc:picChg chg="add mod">
          <ac:chgData name="FREITAS Paulo" userId="3c12b39a-d365-4fcf-880b-102c81e2cdb9" providerId="ADAL" clId="{39995C84-9BA4-455A-913E-68A83670C355}" dt="2026-09-04T22:33:00.771" v="4382" actId="1036"/>
          <ac:picMkLst>
            <pc:docMk/>
            <pc:sldMk cId="3010113374" sldId="292"/>
            <ac:picMk id="6" creationId="{50AAC9B8-A9E9-59A7-D523-CBAA4BF62499}"/>
          </ac:picMkLst>
        </pc:picChg>
      </pc:sldChg>
      <pc:sldChg chg="addSp delSp modSp add mod modNotesTx">
        <pc:chgData name="FREITAS Paulo" userId="3c12b39a-d365-4fcf-880b-102c81e2cdb9" providerId="ADAL" clId="{39995C84-9BA4-455A-913E-68A83670C355}" dt="2026-09-04T23:20:33.600" v="4823" actId="6549"/>
        <pc:sldMkLst>
          <pc:docMk/>
          <pc:sldMk cId="296774717" sldId="293"/>
        </pc:sldMkLst>
        <pc:spChg chg="mod">
          <ac:chgData name="FREITAS Paulo" userId="3c12b39a-d365-4fcf-880b-102c81e2cdb9" providerId="ADAL" clId="{39995C84-9BA4-455A-913E-68A83670C355}" dt="2026-09-04T23:20:24.813" v="4822" actId="6549"/>
          <ac:spMkLst>
            <pc:docMk/>
            <pc:sldMk cId="296774717" sldId="293"/>
            <ac:spMk id="7" creationId="{E2A818FF-81CB-7FBB-67E3-0287D6D850FE}"/>
          </ac:spMkLst>
        </pc:spChg>
        <pc:picChg chg="add">
          <ac:chgData name="FREITAS Paulo" userId="3c12b39a-d365-4fcf-880b-102c81e2cdb9" providerId="ADAL" clId="{39995C84-9BA4-455A-913E-68A83670C355}" dt="2026-09-04T22:41:23.951" v="4439" actId="22"/>
          <ac:picMkLst>
            <pc:docMk/>
            <pc:sldMk cId="296774717" sldId="293"/>
            <ac:picMk id="4" creationId="{F3E2B8EF-C25E-FFC7-7CE6-34A6F80D8CEC}"/>
          </ac:picMkLst>
        </pc:picChg>
      </pc:sldChg>
      <pc:sldChg chg="addSp delSp modSp add mod modNotesTx">
        <pc:chgData name="FREITAS Paulo" userId="3c12b39a-d365-4fcf-880b-102c81e2cdb9" providerId="ADAL" clId="{39995C84-9BA4-455A-913E-68A83670C355}" dt="2026-09-04T23:13:29.364" v="4701" actId="6549"/>
        <pc:sldMkLst>
          <pc:docMk/>
          <pc:sldMk cId="2687474787" sldId="294"/>
        </pc:sldMkLst>
        <pc:spChg chg="mod">
          <ac:chgData name="FREITAS Paulo" userId="3c12b39a-d365-4fcf-880b-102c81e2cdb9" providerId="ADAL" clId="{39995C84-9BA4-455A-913E-68A83670C355}" dt="2026-09-04T23:13:19.200" v="4700" actId="20577"/>
          <ac:spMkLst>
            <pc:docMk/>
            <pc:sldMk cId="2687474787" sldId="294"/>
            <ac:spMk id="7" creationId="{7B3154E1-1EF4-C95B-F971-6BA4E637A647}"/>
          </ac:spMkLst>
        </pc:spChg>
        <pc:picChg chg="add">
          <ac:chgData name="FREITAS Paulo" userId="3c12b39a-d365-4fcf-880b-102c81e2cdb9" providerId="ADAL" clId="{39995C84-9BA4-455A-913E-68A83670C355}" dt="2026-09-04T22:52:18.338" v="4617" actId="22"/>
          <ac:picMkLst>
            <pc:docMk/>
            <pc:sldMk cId="2687474787" sldId="294"/>
            <ac:picMk id="5" creationId="{39BCCBCF-862D-852D-8C44-022FF3E22530}"/>
          </ac:picMkLst>
        </pc:picChg>
      </pc:sldChg>
      <pc:sldChg chg="addSp delSp modSp add mod modNotesTx">
        <pc:chgData name="FREITAS Paulo" userId="3c12b39a-d365-4fcf-880b-102c81e2cdb9" providerId="ADAL" clId="{39995C84-9BA4-455A-913E-68A83670C355}" dt="2026-09-04T23:21:44.228" v="4832" actId="20577"/>
        <pc:sldMkLst>
          <pc:docMk/>
          <pc:sldMk cId="3279006412" sldId="295"/>
        </pc:sldMkLst>
        <pc:spChg chg="mod">
          <ac:chgData name="FREITAS Paulo" userId="3c12b39a-d365-4fcf-880b-102c81e2cdb9" providerId="ADAL" clId="{39995C84-9BA4-455A-913E-68A83670C355}" dt="2026-09-04T23:21:44.228" v="4832" actId="20577"/>
          <ac:spMkLst>
            <pc:docMk/>
            <pc:sldMk cId="3279006412" sldId="295"/>
            <ac:spMk id="7" creationId="{1F6B500A-5BB2-4875-C729-483FE641C021}"/>
          </ac:spMkLst>
        </pc:spChg>
        <pc:picChg chg="add">
          <ac:chgData name="FREITAS Paulo" userId="3c12b39a-d365-4fcf-880b-102c81e2cdb9" providerId="ADAL" clId="{39995C84-9BA4-455A-913E-68A83670C355}" dt="2026-09-04T23:19:43.261" v="4791" actId="22"/>
          <ac:picMkLst>
            <pc:docMk/>
            <pc:sldMk cId="3279006412" sldId="295"/>
            <ac:picMk id="5" creationId="{B4767DDC-720E-51D8-259E-CB8E20A2881E}"/>
          </ac:picMkLst>
        </pc:picChg>
      </pc:sldChg>
      <pc:sldChg chg="addSp delSp modSp add mod modNotesTx">
        <pc:chgData name="FREITAS Paulo" userId="3c12b39a-d365-4fcf-880b-102c81e2cdb9" providerId="ADAL" clId="{39995C84-9BA4-455A-913E-68A83670C355}" dt="2026-09-06T15:55:31.617" v="12141" actId="6549"/>
        <pc:sldMkLst>
          <pc:docMk/>
          <pc:sldMk cId="528213139" sldId="296"/>
        </pc:sldMkLst>
        <pc:spChg chg="mod">
          <ac:chgData name="FREITAS Paulo" userId="3c12b39a-d365-4fcf-880b-102c81e2cdb9" providerId="ADAL" clId="{39995C84-9BA4-455A-913E-68A83670C355}" dt="2026-09-04T23:30:32.654" v="4956" actId="11"/>
          <ac:spMkLst>
            <pc:docMk/>
            <pc:sldMk cId="528213139" sldId="296"/>
            <ac:spMk id="7" creationId="{FD696562-0160-F885-6954-FED71BB47F02}"/>
          </ac:spMkLst>
        </pc:spChg>
        <pc:spChg chg="mod">
          <ac:chgData name="FREITAS Paulo" userId="3c12b39a-d365-4fcf-880b-102c81e2cdb9" providerId="ADAL" clId="{39995C84-9BA4-455A-913E-68A83670C355}" dt="2026-09-04T23:28:56.481" v="4939" actId="20577"/>
          <ac:spMkLst>
            <pc:docMk/>
            <pc:sldMk cId="528213139" sldId="296"/>
            <ac:spMk id="10" creationId="{ABB8CDB1-242E-79AC-B272-03557351C400}"/>
          </ac:spMkLst>
        </pc:spChg>
        <pc:picChg chg="add mod">
          <ac:chgData name="FREITAS Paulo" userId="3c12b39a-d365-4fcf-880b-102c81e2cdb9" providerId="ADAL" clId="{39995C84-9BA4-455A-913E-68A83670C355}" dt="2026-09-04T23:25:08.682" v="4864" actId="1037"/>
          <ac:picMkLst>
            <pc:docMk/>
            <pc:sldMk cId="528213139" sldId="296"/>
            <ac:picMk id="6" creationId="{4944F655-9EFE-D823-2C1E-2A959ADB3694}"/>
          </ac:picMkLst>
        </pc:picChg>
        <pc:picChg chg="add mod">
          <ac:chgData name="FREITAS Paulo" userId="3c12b39a-d365-4fcf-880b-102c81e2cdb9" providerId="ADAL" clId="{39995C84-9BA4-455A-913E-68A83670C355}" dt="2026-09-04T23:39:05.744" v="5184" actId="14100"/>
          <ac:picMkLst>
            <pc:docMk/>
            <pc:sldMk cId="528213139" sldId="296"/>
            <ac:picMk id="11" creationId="{DCC1CA69-46D7-D5C0-54F9-5A74AEC61FAA}"/>
          </ac:picMkLst>
        </pc:picChg>
      </pc:sldChg>
      <pc:sldChg chg="addSp delSp modSp add mod modNotesTx">
        <pc:chgData name="FREITAS Paulo" userId="3c12b39a-d365-4fcf-880b-102c81e2cdb9" providerId="ADAL" clId="{39995C84-9BA4-455A-913E-68A83670C355}" dt="2026-09-06T16:05:34.339" v="12143" actId="113"/>
        <pc:sldMkLst>
          <pc:docMk/>
          <pc:sldMk cId="3851787838" sldId="297"/>
        </pc:sldMkLst>
        <pc:spChg chg="mod">
          <ac:chgData name="FREITAS Paulo" userId="3c12b39a-d365-4fcf-880b-102c81e2cdb9" providerId="ADAL" clId="{39995C84-9BA4-455A-913E-68A83670C355}" dt="2026-09-06T16:05:34.339" v="12143" actId="113"/>
          <ac:spMkLst>
            <pc:docMk/>
            <pc:sldMk cId="3851787838" sldId="297"/>
            <ac:spMk id="7" creationId="{F87C4039-73ED-EEAE-06A8-B7995CBA1485}"/>
          </ac:spMkLst>
        </pc:spChg>
        <pc:picChg chg="add">
          <ac:chgData name="FREITAS Paulo" userId="3c12b39a-d365-4fcf-880b-102c81e2cdb9" providerId="ADAL" clId="{39995C84-9BA4-455A-913E-68A83670C355}" dt="2026-09-04T23:30:49.387" v="4959" actId="22"/>
          <ac:picMkLst>
            <pc:docMk/>
            <pc:sldMk cId="3851787838" sldId="297"/>
            <ac:picMk id="4" creationId="{1E6DA4E2-EF6C-6667-284F-6EF0B578F87F}"/>
          </ac:picMkLst>
        </pc:picChg>
      </pc:sldChg>
      <pc:sldChg chg="addSp delSp modSp add mod modTransition modNotesTx">
        <pc:chgData name="FREITAS Paulo" userId="3c12b39a-d365-4fcf-880b-102c81e2cdb9" providerId="ADAL" clId="{39995C84-9BA4-455A-913E-68A83670C355}" dt="2026-09-04T23:41:16.246" v="5317" actId="1035"/>
        <pc:sldMkLst>
          <pc:docMk/>
          <pc:sldMk cId="2780624516" sldId="298"/>
        </pc:sldMkLst>
        <pc:spChg chg="mod">
          <ac:chgData name="FREITAS Paulo" userId="3c12b39a-d365-4fcf-880b-102c81e2cdb9" providerId="ADAL" clId="{39995C84-9BA4-455A-913E-68A83670C355}" dt="2026-09-04T23:40:50.590" v="5239" actId="20577"/>
          <ac:spMkLst>
            <pc:docMk/>
            <pc:sldMk cId="2780624516" sldId="298"/>
            <ac:spMk id="7" creationId="{6C7A6C93-5A72-A32C-8F84-6363C1C25D25}"/>
          </ac:spMkLst>
        </pc:spChg>
        <pc:spChg chg="add mod">
          <ac:chgData name="FREITAS Paulo" userId="3c12b39a-d365-4fcf-880b-102c81e2cdb9" providerId="ADAL" clId="{39995C84-9BA4-455A-913E-68A83670C355}" dt="2026-09-04T23:41:16.246" v="5317" actId="1035"/>
          <ac:spMkLst>
            <pc:docMk/>
            <pc:sldMk cId="2780624516" sldId="298"/>
            <ac:spMk id="10" creationId="{10D81105-CAD5-5E98-2D19-DD94D9858F37}"/>
          </ac:spMkLst>
        </pc:spChg>
        <pc:picChg chg="add mod">
          <ac:chgData name="FREITAS Paulo" userId="3c12b39a-d365-4fcf-880b-102c81e2cdb9" providerId="ADAL" clId="{39995C84-9BA4-455A-913E-68A83670C355}" dt="2026-09-04T23:41:09.129" v="5291" actId="1035"/>
          <ac:picMkLst>
            <pc:docMk/>
            <pc:sldMk cId="2780624516" sldId="298"/>
            <ac:picMk id="8" creationId="{253F29F3-307B-0612-4AF2-A14BA4DCE439}"/>
          </ac:picMkLst>
        </pc:picChg>
      </pc:sldChg>
      <pc:sldChg chg="addSp delSp modSp add mod modNotesTx">
        <pc:chgData name="FREITAS Paulo" userId="3c12b39a-d365-4fcf-880b-102c81e2cdb9" providerId="ADAL" clId="{39995C84-9BA4-455A-913E-68A83670C355}" dt="2026-09-04T23:50:00.089" v="5439" actId="20577"/>
        <pc:sldMkLst>
          <pc:docMk/>
          <pc:sldMk cId="2209378555" sldId="299"/>
        </pc:sldMkLst>
        <pc:spChg chg="mod">
          <ac:chgData name="FREITAS Paulo" userId="3c12b39a-d365-4fcf-880b-102c81e2cdb9" providerId="ADAL" clId="{39995C84-9BA4-455A-913E-68A83670C355}" dt="2026-09-04T23:50:00.089" v="5439" actId="20577"/>
          <ac:spMkLst>
            <pc:docMk/>
            <pc:sldMk cId="2209378555" sldId="299"/>
            <ac:spMk id="7" creationId="{ECB99FA5-038E-4050-BD4B-DB8D0F2A3149}"/>
          </ac:spMkLst>
        </pc:spChg>
        <pc:picChg chg="add">
          <ac:chgData name="FREITAS Paulo" userId="3c12b39a-d365-4fcf-880b-102c81e2cdb9" providerId="ADAL" clId="{39995C84-9BA4-455A-913E-68A83670C355}" dt="2026-09-04T23:46:05.356" v="5395" actId="22"/>
          <ac:picMkLst>
            <pc:docMk/>
            <pc:sldMk cId="2209378555" sldId="299"/>
            <ac:picMk id="4" creationId="{7AD3E2CA-DB11-0574-E2A2-823086A2E46D}"/>
          </ac:picMkLst>
        </pc:picChg>
      </pc:sldChg>
      <pc:sldChg chg="addSp delSp modSp add mod modNotesTx">
        <pc:chgData name="FREITAS Paulo" userId="3c12b39a-d365-4fcf-880b-102c81e2cdb9" providerId="ADAL" clId="{39995C84-9BA4-455A-913E-68A83670C355}" dt="2026-09-04T23:52:55.717" v="5478" actId="20577"/>
        <pc:sldMkLst>
          <pc:docMk/>
          <pc:sldMk cId="4184467987" sldId="300"/>
        </pc:sldMkLst>
        <pc:spChg chg="mod">
          <ac:chgData name="FREITAS Paulo" userId="3c12b39a-d365-4fcf-880b-102c81e2cdb9" providerId="ADAL" clId="{39995C84-9BA4-455A-913E-68A83670C355}" dt="2026-09-04T23:52:49.834" v="5477" actId="313"/>
          <ac:spMkLst>
            <pc:docMk/>
            <pc:sldMk cId="4184467987" sldId="300"/>
            <ac:spMk id="7" creationId="{6E175CE4-7503-C844-753C-A4C45B456B09}"/>
          </ac:spMkLst>
        </pc:spChg>
        <pc:picChg chg="add">
          <ac:chgData name="FREITAS Paulo" userId="3c12b39a-d365-4fcf-880b-102c81e2cdb9" providerId="ADAL" clId="{39995C84-9BA4-455A-913E-68A83670C355}" dt="2026-09-04T23:46:09.810" v="5397" actId="22"/>
          <ac:picMkLst>
            <pc:docMk/>
            <pc:sldMk cId="4184467987" sldId="300"/>
            <ac:picMk id="4" creationId="{49C5CC4A-AE22-A1B9-B1C4-064CC28CE895}"/>
          </ac:picMkLst>
        </pc:picChg>
      </pc:sldChg>
      <pc:sldChg chg="addSp delSp modSp add mod modNotesTx">
        <pc:chgData name="FREITAS Paulo" userId="3c12b39a-d365-4fcf-880b-102c81e2cdb9" providerId="ADAL" clId="{39995C84-9BA4-455A-913E-68A83670C355}" dt="2026-09-05T00:42:07.949" v="6223" actId="1035"/>
        <pc:sldMkLst>
          <pc:docMk/>
          <pc:sldMk cId="2661568529" sldId="301"/>
        </pc:sldMkLst>
        <pc:spChg chg="mod">
          <ac:chgData name="FREITAS Paulo" userId="3c12b39a-d365-4fcf-880b-102c81e2cdb9" providerId="ADAL" clId="{39995C84-9BA4-455A-913E-68A83670C355}" dt="2026-09-05T00:19:50.766" v="6040" actId="11"/>
          <ac:spMkLst>
            <pc:docMk/>
            <pc:sldMk cId="2661568529" sldId="301"/>
            <ac:spMk id="7" creationId="{D35267A5-0D13-638E-99EB-1D6B97DBC392}"/>
          </ac:spMkLst>
        </pc:spChg>
        <pc:spChg chg="mod">
          <ac:chgData name="FREITAS Paulo" userId="3c12b39a-d365-4fcf-880b-102c81e2cdb9" providerId="ADAL" clId="{39995C84-9BA4-455A-913E-68A83670C355}" dt="2026-09-05T00:42:07.949" v="6223" actId="1035"/>
          <ac:spMkLst>
            <pc:docMk/>
            <pc:sldMk cId="2661568529" sldId="301"/>
            <ac:spMk id="10" creationId="{B188A060-B9B6-EBE1-98AA-B9E912A277A1}"/>
          </ac:spMkLst>
        </pc:spChg>
        <pc:picChg chg="add mod">
          <ac:chgData name="FREITAS Paulo" userId="3c12b39a-d365-4fcf-880b-102c81e2cdb9" providerId="ADAL" clId="{39995C84-9BA4-455A-913E-68A83670C355}" dt="2026-09-05T00:05:24.587" v="5555" actId="1038"/>
          <ac:picMkLst>
            <pc:docMk/>
            <pc:sldMk cId="2661568529" sldId="301"/>
            <ac:picMk id="2" creationId="{9792DB4B-1833-C6EC-633A-3CF1786DE1FF}"/>
          </ac:picMkLst>
        </pc:picChg>
        <pc:picChg chg="add mod">
          <ac:chgData name="FREITAS Paulo" userId="3c12b39a-d365-4fcf-880b-102c81e2cdb9" providerId="ADAL" clId="{39995C84-9BA4-455A-913E-68A83670C355}" dt="2026-09-05T00:06:32.428" v="5624" actId="14100"/>
          <ac:picMkLst>
            <pc:docMk/>
            <pc:sldMk cId="2661568529" sldId="301"/>
            <ac:picMk id="5" creationId="{91C7A100-4334-E213-D9D3-30C540C378BB}"/>
          </ac:picMkLst>
        </pc:picChg>
      </pc:sldChg>
      <pc:sldChg chg="delSp modSp add mod modNotesTx">
        <pc:chgData name="FREITAS Paulo" userId="3c12b39a-d365-4fcf-880b-102c81e2cdb9" providerId="ADAL" clId="{39995C84-9BA4-455A-913E-68A83670C355}" dt="2026-09-05T00:33:42.958" v="6116" actId="20577"/>
        <pc:sldMkLst>
          <pc:docMk/>
          <pc:sldMk cId="1253428338" sldId="302"/>
        </pc:sldMkLst>
        <pc:spChg chg="mod">
          <ac:chgData name="FREITAS Paulo" userId="3c12b39a-d365-4fcf-880b-102c81e2cdb9" providerId="ADAL" clId="{39995C84-9BA4-455A-913E-68A83670C355}" dt="2026-09-05T00:33:35.323" v="6115" actId="20577"/>
          <ac:spMkLst>
            <pc:docMk/>
            <pc:sldMk cId="1253428338" sldId="302"/>
            <ac:spMk id="7" creationId="{391700D8-BAF7-3DF9-422F-7FE9CE12E495}"/>
          </ac:spMkLst>
        </pc:spChg>
        <pc:spChg chg="del">
          <ac:chgData name="FREITAS Paulo" userId="3c12b39a-d365-4fcf-880b-102c81e2cdb9" providerId="ADAL" clId="{39995C84-9BA4-455A-913E-68A83670C355}" dt="2026-09-05T00:29:52.295" v="6043" actId="478"/>
          <ac:spMkLst>
            <pc:docMk/>
            <pc:sldMk cId="1253428338" sldId="302"/>
            <ac:spMk id="10" creationId="{6940662F-D038-43B2-5527-49BB1EC4C21A}"/>
          </ac:spMkLst>
        </pc:spChg>
        <pc:picChg chg="del">
          <ac:chgData name="FREITAS Paulo" userId="3c12b39a-d365-4fcf-880b-102c81e2cdb9" providerId="ADAL" clId="{39995C84-9BA4-455A-913E-68A83670C355}" dt="2026-09-05T00:29:48.648" v="6042" actId="478"/>
          <ac:picMkLst>
            <pc:docMk/>
            <pc:sldMk cId="1253428338" sldId="302"/>
            <ac:picMk id="2" creationId="{6F4121DD-EFDB-9F09-AECC-DC80632B48EB}"/>
          </ac:picMkLst>
        </pc:picChg>
      </pc:sldChg>
      <pc:sldChg chg="addSp delSp modSp add mod modNotesTx">
        <pc:chgData name="FREITAS Paulo" userId="3c12b39a-d365-4fcf-880b-102c81e2cdb9" providerId="ADAL" clId="{39995C84-9BA4-455A-913E-68A83670C355}" dt="2026-09-06T16:06:20.746" v="12144" actId="6549"/>
        <pc:sldMkLst>
          <pc:docMk/>
          <pc:sldMk cId="3183237547" sldId="303"/>
        </pc:sldMkLst>
        <pc:spChg chg="mod">
          <ac:chgData name="FREITAS Paulo" userId="3c12b39a-d365-4fcf-880b-102c81e2cdb9" providerId="ADAL" clId="{39995C84-9BA4-455A-913E-68A83670C355}" dt="2026-09-05T00:42:45.165" v="6224" actId="255"/>
          <ac:spMkLst>
            <pc:docMk/>
            <pc:sldMk cId="3183237547" sldId="303"/>
            <ac:spMk id="7" creationId="{B12B377D-7D18-1B59-6206-E92F4624D9BD}"/>
          </ac:spMkLst>
        </pc:spChg>
        <pc:picChg chg="del">
          <ac:chgData name="FREITAS Paulo" userId="3c12b39a-d365-4fcf-880b-102c81e2cdb9" providerId="ADAL" clId="{39995C84-9BA4-455A-913E-68A83670C355}" dt="2026-09-05T00:35:07.216" v="6118" actId="478"/>
          <ac:picMkLst>
            <pc:docMk/>
            <pc:sldMk cId="3183237547" sldId="303"/>
            <ac:picMk id="4" creationId="{94347F5A-4D74-CB20-916E-107B08C9134B}"/>
          </ac:picMkLst>
        </pc:picChg>
        <pc:picChg chg="add">
          <ac:chgData name="FREITAS Paulo" userId="3c12b39a-d365-4fcf-880b-102c81e2cdb9" providerId="ADAL" clId="{39995C84-9BA4-455A-913E-68A83670C355}" dt="2026-09-05T00:35:07.846" v="6119" actId="22"/>
          <ac:picMkLst>
            <pc:docMk/>
            <pc:sldMk cId="3183237547" sldId="303"/>
            <ac:picMk id="5" creationId="{2D0AF019-C2DD-108A-2C42-FE5B21A51505}"/>
          </ac:picMkLst>
        </pc:picChg>
      </pc:sldChg>
      <pc:sldChg chg="addSp delSp modSp add mod modNotesTx">
        <pc:chgData name="FREITAS Paulo" userId="3c12b39a-d365-4fcf-880b-102c81e2cdb9" providerId="ADAL" clId="{39995C84-9BA4-455A-913E-68A83670C355}" dt="2026-09-05T00:41:41.171" v="6215" actId="20577"/>
        <pc:sldMkLst>
          <pc:docMk/>
          <pc:sldMk cId="2764110834" sldId="304"/>
        </pc:sldMkLst>
        <pc:spChg chg="mod">
          <ac:chgData name="FREITAS Paulo" userId="3c12b39a-d365-4fcf-880b-102c81e2cdb9" providerId="ADAL" clId="{39995C84-9BA4-455A-913E-68A83670C355}" dt="2026-09-05T00:40:36.865" v="6211" actId="113"/>
          <ac:spMkLst>
            <pc:docMk/>
            <pc:sldMk cId="2764110834" sldId="304"/>
            <ac:spMk id="7" creationId="{EFEEFA91-DDD5-9E6D-03BB-96DA7B602728}"/>
          </ac:spMkLst>
        </pc:spChg>
        <pc:picChg chg="del">
          <ac:chgData name="FREITAS Paulo" userId="3c12b39a-d365-4fcf-880b-102c81e2cdb9" providerId="ADAL" clId="{39995C84-9BA4-455A-913E-68A83670C355}" dt="2026-09-05T00:38:48.338" v="6184" actId="478"/>
          <ac:picMkLst>
            <pc:docMk/>
            <pc:sldMk cId="2764110834" sldId="304"/>
            <ac:picMk id="4" creationId="{0A362086-DFDA-D88D-AAA8-BE7D30205501}"/>
          </ac:picMkLst>
        </pc:picChg>
        <pc:picChg chg="add">
          <ac:chgData name="FREITAS Paulo" userId="3c12b39a-d365-4fcf-880b-102c81e2cdb9" providerId="ADAL" clId="{39995C84-9BA4-455A-913E-68A83670C355}" dt="2026-09-05T00:38:49.655" v="6185" actId="22"/>
          <ac:picMkLst>
            <pc:docMk/>
            <pc:sldMk cId="2764110834" sldId="304"/>
            <ac:picMk id="5" creationId="{BCAD0269-EC9D-BA35-D955-68C7BFC79D52}"/>
          </ac:picMkLst>
        </pc:picChg>
      </pc:sldChg>
      <pc:sldChg chg="addSp delSp modSp add mod modNotesTx">
        <pc:chgData name="FREITAS Paulo" userId="3c12b39a-d365-4fcf-880b-102c81e2cdb9" providerId="ADAL" clId="{39995C84-9BA4-455A-913E-68A83670C355}" dt="2026-09-05T01:41:37.071" v="6612" actId="20577"/>
        <pc:sldMkLst>
          <pc:docMk/>
          <pc:sldMk cId="2730028714" sldId="305"/>
        </pc:sldMkLst>
        <pc:spChg chg="mod">
          <ac:chgData name="FREITAS Paulo" userId="3c12b39a-d365-4fcf-880b-102c81e2cdb9" providerId="ADAL" clId="{39995C84-9BA4-455A-913E-68A83670C355}" dt="2026-09-05T01:41:37.071" v="6612" actId="20577"/>
          <ac:spMkLst>
            <pc:docMk/>
            <pc:sldMk cId="2730028714" sldId="305"/>
            <ac:spMk id="7" creationId="{8F135BE4-9BFD-B7DA-7212-4EBF4A8596F6}"/>
          </ac:spMkLst>
        </pc:spChg>
        <pc:spChg chg="mod">
          <ac:chgData name="FREITAS Paulo" userId="3c12b39a-d365-4fcf-880b-102c81e2cdb9" providerId="ADAL" clId="{39995C84-9BA4-455A-913E-68A83670C355}" dt="2026-09-05T01:28:53.011" v="6419" actId="6549"/>
          <ac:spMkLst>
            <pc:docMk/>
            <pc:sldMk cId="2730028714" sldId="305"/>
            <ac:spMk id="10" creationId="{23BF9570-0AA0-9053-5DD7-D46B358A0AF4}"/>
          </ac:spMkLst>
        </pc:spChg>
        <pc:picChg chg="del">
          <ac:chgData name="FREITAS Paulo" userId="3c12b39a-d365-4fcf-880b-102c81e2cdb9" providerId="ADAL" clId="{39995C84-9BA4-455A-913E-68A83670C355}" dt="2026-09-05T01:12:22.132" v="6226" actId="478"/>
          <ac:picMkLst>
            <pc:docMk/>
            <pc:sldMk cId="2730028714" sldId="305"/>
            <ac:picMk id="2" creationId="{8E85B42E-9ED8-8A2D-3F03-6F3C4C9F9ECA}"/>
          </ac:picMkLst>
        </pc:picChg>
        <pc:picChg chg="add mod">
          <ac:chgData name="FREITAS Paulo" userId="3c12b39a-d365-4fcf-880b-102c81e2cdb9" providerId="ADAL" clId="{39995C84-9BA4-455A-913E-68A83670C355}" dt="2026-09-05T01:18:13.210" v="6266" actId="14100"/>
          <ac:picMkLst>
            <pc:docMk/>
            <pc:sldMk cId="2730028714" sldId="305"/>
            <ac:picMk id="4" creationId="{59EA6FBC-CD79-8DF0-381B-9E607C1682ED}"/>
          </ac:picMkLst>
        </pc:picChg>
        <pc:picChg chg="del">
          <ac:chgData name="FREITAS Paulo" userId="3c12b39a-d365-4fcf-880b-102c81e2cdb9" providerId="ADAL" clId="{39995C84-9BA4-455A-913E-68A83670C355}" dt="2026-09-05T01:12:24.529" v="6227" actId="478"/>
          <ac:picMkLst>
            <pc:docMk/>
            <pc:sldMk cId="2730028714" sldId="305"/>
            <ac:picMk id="5" creationId="{C00C2128-4583-634A-BF04-65C72546A621}"/>
          </ac:picMkLst>
        </pc:picChg>
        <pc:picChg chg="add mod">
          <ac:chgData name="FREITAS Paulo" userId="3c12b39a-d365-4fcf-880b-102c81e2cdb9" providerId="ADAL" clId="{39995C84-9BA4-455A-913E-68A83670C355}" dt="2026-09-05T01:21:30.759" v="6280" actId="1038"/>
          <ac:picMkLst>
            <pc:docMk/>
            <pc:sldMk cId="2730028714" sldId="305"/>
            <ac:picMk id="8" creationId="{4A3E4EDE-B79D-04EB-3AA1-157F1D208256}"/>
          </ac:picMkLst>
        </pc:picChg>
      </pc:sldChg>
      <pc:sldChg chg="addSp delSp modSp add mod">
        <pc:chgData name="FREITAS Paulo" userId="3c12b39a-d365-4fcf-880b-102c81e2cdb9" providerId="ADAL" clId="{39995C84-9BA4-455A-913E-68A83670C355}" dt="2026-09-05T01:41:42.534" v="6614" actId="20577"/>
        <pc:sldMkLst>
          <pc:docMk/>
          <pc:sldMk cId="915375169" sldId="306"/>
        </pc:sldMkLst>
        <pc:spChg chg="mod">
          <ac:chgData name="FREITAS Paulo" userId="3c12b39a-d365-4fcf-880b-102c81e2cdb9" providerId="ADAL" clId="{39995C84-9BA4-455A-913E-68A83670C355}" dt="2026-09-05T01:41:42.534" v="6614" actId="20577"/>
          <ac:spMkLst>
            <pc:docMk/>
            <pc:sldMk cId="915375169" sldId="306"/>
            <ac:spMk id="7" creationId="{BAC82184-EF84-9D4B-8408-BD79B53477CF}"/>
          </ac:spMkLst>
        </pc:spChg>
        <pc:picChg chg="add">
          <ac:chgData name="FREITAS Paulo" userId="3c12b39a-d365-4fcf-880b-102c81e2cdb9" providerId="ADAL" clId="{39995C84-9BA4-455A-913E-68A83670C355}" dt="2026-09-05T01:32:06.369" v="6423" actId="22"/>
          <ac:picMkLst>
            <pc:docMk/>
            <pc:sldMk cId="915375169" sldId="306"/>
            <ac:picMk id="4" creationId="{0BAFBDD7-B545-D550-2C1E-866F8956E0F1}"/>
          </ac:picMkLst>
        </pc:picChg>
        <pc:picChg chg="del">
          <ac:chgData name="FREITAS Paulo" userId="3c12b39a-d365-4fcf-880b-102c81e2cdb9" providerId="ADAL" clId="{39995C84-9BA4-455A-913E-68A83670C355}" dt="2026-09-05T01:32:05.685" v="6422" actId="478"/>
          <ac:picMkLst>
            <pc:docMk/>
            <pc:sldMk cId="915375169" sldId="306"/>
            <ac:picMk id="5" creationId="{93B541A2-99D6-FA8A-583D-EAF42F8DB65A}"/>
          </ac:picMkLst>
        </pc:picChg>
      </pc:sldChg>
      <pc:sldChg chg="addSp delSp modSp add mod modNotesTx">
        <pc:chgData name="FREITAS Paulo" userId="3c12b39a-d365-4fcf-880b-102c81e2cdb9" providerId="ADAL" clId="{39995C84-9BA4-455A-913E-68A83670C355}" dt="2026-09-06T16:06:49.439" v="12145" actId="6549"/>
        <pc:sldMkLst>
          <pc:docMk/>
          <pc:sldMk cId="1325755735" sldId="307"/>
        </pc:sldMkLst>
        <pc:spChg chg="mod">
          <ac:chgData name="FREITAS Paulo" userId="3c12b39a-d365-4fcf-880b-102c81e2cdb9" providerId="ADAL" clId="{39995C84-9BA4-455A-913E-68A83670C355}" dt="2026-09-05T01:41:47.905" v="6616" actId="20577"/>
          <ac:spMkLst>
            <pc:docMk/>
            <pc:sldMk cId="1325755735" sldId="307"/>
            <ac:spMk id="7" creationId="{D7F28E3D-05E1-056B-1694-07E4B4E3CACA}"/>
          </ac:spMkLst>
        </pc:spChg>
        <pc:picChg chg="add">
          <ac:chgData name="FREITAS Paulo" userId="3c12b39a-d365-4fcf-880b-102c81e2cdb9" providerId="ADAL" clId="{39995C84-9BA4-455A-913E-68A83670C355}" dt="2026-09-05T01:38:27.912" v="6553" actId="22"/>
          <ac:picMkLst>
            <pc:docMk/>
            <pc:sldMk cId="1325755735" sldId="307"/>
            <ac:picMk id="4" creationId="{C0653D1A-4F45-1578-E61D-4066F68075EA}"/>
          </ac:picMkLst>
        </pc:picChg>
        <pc:picChg chg="del">
          <ac:chgData name="FREITAS Paulo" userId="3c12b39a-d365-4fcf-880b-102c81e2cdb9" providerId="ADAL" clId="{39995C84-9BA4-455A-913E-68A83670C355}" dt="2026-09-05T01:38:27.282" v="6552" actId="478"/>
          <ac:picMkLst>
            <pc:docMk/>
            <pc:sldMk cId="1325755735" sldId="307"/>
            <ac:picMk id="5" creationId="{72AD8399-C291-9314-2EAA-BBAC5D669932}"/>
          </ac:picMkLst>
        </pc:picChg>
      </pc:sldChg>
      <pc:sldChg chg="addSp delSp modSp add mod modNotesTx">
        <pc:chgData name="FREITAS Paulo" userId="3c12b39a-d365-4fcf-880b-102c81e2cdb9" providerId="ADAL" clId="{39995C84-9BA4-455A-913E-68A83670C355}" dt="2026-09-06T16:08:14.764" v="12184" actId="20577"/>
        <pc:sldMkLst>
          <pc:docMk/>
          <pc:sldMk cId="2567970329" sldId="308"/>
        </pc:sldMkLst>
        <pc:spChg chg="mod">
          <ac:chgData name="FREITAS Paulo" userId="3c12b39a-d365-4fcf-880b-102c81e2cdb9" providerId="ADAL" clId="{39995C84-9BA4-455A-913E-68A83670C355}" dt="2026-09-06T16:08:14.764" v="12184" actId="20577"/>
          <ac:spMkLst>
            <pc:docMk/>
            <pc:sldMk cId="2567970329" sldId="308"/>
            <ac:spMk id="7" creationId="{0AF31877-6C2B-12D8-BF79-228F5F913350}"/>
          </ac:spMkLst>
        </pc:spChg>
        <pc:picChg chg="add">
          <ac:chgData name="FREITAS Paulo" userId="3c12b39a-d365-4fcf-880b-102c81e2cdb9" providerId="ADAL" clId="{39995C84-9BA4-455A-913E-68A83670C355}" dt="2026-09-05T01:42:01.051" v="6620" actId="22"/>
          <ac:picMkLst>
            <pc:docMk/>
            <pc:sldMk cId="2567970329" sldId="308"/>
            <ac:picMk id="4" creationId="{9E80D094-66BE-C752-167C-108903AB8789}"/>
          </ac:picMkLst>
        </pc:picChg>
        <pc:picChg chg="del">
          <ac:chgData name="FREITAS Paulo" userId="3c12b39a-d365-4fcf-880b-102c81e2cdb9" providerId="ADAL" clId="{39995C84-9BA4-455A-913E-68A83670C355}" dt="2026-09-05T01:42:00.415" v="6619" actId="478"/>
          <ac:picMkLst>
            <pc:docMk/>
            <pc:sldMk cId="2567970329" sldId="308"/>
            <ac:picMk id="5" creationId="{5E11D3D1-70AF-5325-B1A2-CEBA248F5735}"/>
          </ac:picMkLst>
        </pc:picChg>
      </pc:sldChg>
      <pc:sldChg chg="addSp delSp modSp add mod">
        <pc:chgData name="FREITAS Paulo" userId="3c12b39a-d365-4fcf-880b-102c81e2cdb9" providerId="ADAL" clId="{39995C84-9BA4-455A-913E-68A83670C355}" dt="2026-09-05T14:39:47.453" v="6988" actId="6549"/>
        <pc:sldMkLst>
          <pc:docMk/>
          <pc:sldMk cId="2273200570" sldId="309"/>
        </pc:sldMkLst>
        <pc:spChg chg="mod">
          <ac:chgData name="FREITAS Paulo" userId="3c12b39a-d365-4fcf-880b-102c81e2cdb9" providerId="ADAL" clId="{39995C84-9BA4-455A-913E-68A83670C355}" dt="2026-09-05T14:34:45.196" v="6934" actId="21"/>
          <ac:spMkLst>
            <pc:docMk/>
            <pc:sldMk cId="2273200570" sldId="309"/>
            <ac:spMk id="7" creationId="{1C87432A-BEA0-77EA-5ABE-17783B3FBED2}"/>
          </ac:spMkLst>
        </pc:spChg>
        <pc:spChg chg="mod">
          <ac:chgData name="FREITAS Paulo" userId="3c12b39a-d365-4fcf-880b-102c81e2cdb9" providerId="ADAL" clId="{39995C84-9BA4-455A-913E-68A83670C355}" dt="2026-09-05T14:39:47.453" v="6988" actId="6549"/>
          <ac:spMkLst>
            <pc:docMk/>
            <pc:sldMk cId="2273200570" sldId="309"/>
            <ac:spMk id="10" creationId="{9EB84738-9520-8B0C-C3B9-390CDC480D01}"/>
          </ac:spMkLst>
        </pc:spChg>
        <pc:picChg chg="del">
          <ac:chgData name="FREITAS Paulo" userId="3c12b39a-d365-4fcf-880b-102c81e2cdb9" providerId="ADAL" clId="{39995C84-9BA4-455A-913E-68A83670C355}" dt="2026-09-05T14:31:20.935" v="6823" actId="478"/>
          <ac:picMkLst>
            <pc:docMk/>
            <pc:sldMk cId="2273200570" sldId="309"/>
            <ac:picMk id="4" creationId="{DCDBDDFB-1C57-310C-5940-D7E6BC403BFC}"/>
          </ac:picMkLst>
        </pc:picChg>
        <pc:picChg chg="add mod">
          <ac:chgData name="FREITAS Paulo" userId="3c12b39a-d365-4fcf-880b-102c81e2cdb9" providerId="ADAL" clId="{39995C84-9BA4-455A-913E-68A83670C355}" dt="2026-09-05T14:31:17.719" v="6822" actId="1038"/>
          <ac:picMkLst>
            <pc:docMk/>
            <pc:sldMk cId="2273200570" sldId="309"/>
            <ac:picMk id="5" creationId="{9512F1B4-4FA9-37AA-2B8B-7FB397230859}"/>
          </ac:picMkLst>
        </pc:picChg>
        <pc:picChg chg="add mod">
          <ac:chgData name="FREITAS Paulo" userId="3c12b39a-d365-4fcf-880b-102c81e2cdb9" providerId="ADAL" clId="{39995C84-9BA4-455A-913E-68A83670C355}" dt="2026-09-05T14:31:49.434" v="6866" actId="14100"/>
          <ac:picMkLst>
            <pc:docMk/>
            <pc:sldMk cId="2273200570" sldId="309"/>
            <ac:picMk id="6" creationId="{A74D816E-2313-958F-C967-12EA2D129919}"/>
          </ac:picMkLst>
        </pc:picChg>
        <pc:picChg chg="del">
          <ac:chgData name="FREITAS Paulo" userId="3c12b39a-d365-4fcf-880b-102c81e2cdb9" providerId="ADAL" clId="{39995C84-9BA4-455A-913E-68A83670C355}" dt="2026-09-05T14:31:04.239" v="6778" actId="478"/>
          <ac:picMkLst>
            <pc:docMk/>
            <pc:sldMk cId="2273200570" sldId="309"/>
            <ac:picMk id="8" creationId="{E53FD5AD-2426-12F4-A246-C9917FAAD28D}"/>
          </ac:picMkLst>
        </pc:picChg>
      </pc:sldChg>
      <pc:sldChg chg="addSp delSp modSp add mod">
        <pc:chgData name="FREITAS Paulo" userId="3c12b39a-d365-4fcf-880b-102c81e2cdb9" providerId="ADAL" clId="{39995C84-9BA4-455A-913E-68A83670C355}" dt="2026-09-06T16:09:08.490" v="12185" actId="113"/>
        <pc:sldMkLst>
          <pc:docMk/>
          <pc:sldMk cId="2054775274" sldId="310"/>
        </pc:sldMkLst>
        <pc:spChg chg="mod">
          <ac:chgData name="FREITAS Paulo" userId="3c12b39a-d365-4fcf-880b-102c81e2cdb9" providerId="ADAL" clId="{39995C84-9BA4-455A-913E-68A83670C355}" dt="2026-09-06T16:09:08.490" v="12185" actId="113"/>
          <ac:spMkLst>
            <pc:docMk/>
            <pc:sldMk cId="2054775274" sldId="310"/>
            <ac:spMk id="7" creationId="{FCE41B4C-5A1B-542C-E4D2-90CA5031B728}"/>
          </ac:spMkLst>
        </pc:spChg>
        <pc:picChg chg="del">
          <ac:chgData name="FREITAS Paulo" userId="3c12b39a-d365-4fcf-880b-102c81e2cdb9" providerId="ADAL" clId="{39995C84-9BA4-455A-913E-68A83670C355}" dt="2026-09-05T14:40:59.686" v="7001" actId="478"/>
          <ac:picMkLst>
            <pc:docMk/>
            <pc:sldMk cId="2054775274" sldId="310"/>
            <ac:picMk id="4" creationId="{91D1BF31-31B9-C175-10E9-1F8B87DBB322}"/>
          </ac:picMkLst>
        </pc:picChg>
        <pc:picChg chg="add">
          <ac:chgData name="FREITAS Paulo" userId="3c12b39a-d365-4fcf-880b-102c81e2cdb9" providerId="ADAL" clId="{39995C84-9BA4-455A-913E-68A83670C355}" dt="2026-09-05T14:41:00.478" v="7002" actId="22"/>
          <ac:picMkLst>
            <pc:docMk/>
            <pc:sldMk cId="2054775274" sldId="310"/>
            <ac:picMk id="5" creationId="{14A603F1-F4C5-0F06-9930-2D640896ED6D}"/>
          </ac:picMkLst>
        </pc:picChg>
      </pc:sldChg>
      <pc:sldChg chg="addSp delSp modSp add mod modNotesTx">
        <pc:chgData name="FREITAS Paulo" userId="3c12b39a-d365-4fcf-880b-102c81e2cdb9" providerId="ADAL" clId="{39995C84-9BA4-455A-913E-68A83670C355}" dt="2026-09-05T14:52:13.755" v="7201" actId="6549"/>
        <pc:sldMkLst>
          <pc:docMk/>
          <pc:sldMk cId="2284369297" sldId="311"/>
        </pc:sldMkLst>
        <pc:spChg chg="mod">
          <ac:chgData name="FREITAS Paulo" userId="3c12b39a-d365-4fcf-880b-102c81e2cdb9" providerId="ADAL" clId="{39995C84-9BA4-455A-913E-68A83670C355}" dt="2026-09-05T14:52:07.602" v="7200" actId="20577"/>
          <ac:spMkLst>
            <pc:docMk/>
            <pc:sldMk cId="2284369297" sldId="311"/>
            <ac:spMk id="7" creationId="{F040E39C-73CF-DC3F-F696-BA4EEA67FAE0}"/>
          </ac:spMkLst>
        </pc:spChg>
        <pc:picChg chg="del">
          <ac:chgData name="FREITAS Paulo" userId="3c12b39a-d365-4fcf-880b-102c81e2cdb9" providerId="ADAL" clId="{39995C84-9BA4-455A-913E-68A83670C355}" dt="2026-09-05T14:45:47.527" v="7078" actId="478"/>
          <ac:picMkLst>
            <pc:docMk/>
            <pc:sldMk cId="2284369297" sldId="311"/>
            <ac:picMk id="4" creationId="{FC84E54F-21D9-9669-C8A1-684947C4E262}"/>
          </ac:picMkLst>
        </pc:picChg>
        <pc:picChg chg="add">
          <ac:chgData name="FREITAS Paulo" userId="3c12b39a-d365-4fcf-880b-102c81e2cdb9" providerId="ADAL" clId="{39995C84-9BA4-455A-913E-68A83670C355}" dt="2026-09-05T14:45:48.260" v="7079" actId="22"/>
          <ac:picMkLst>
            <pc:docMk/>
            <pc:sldMk cId="2284369297" sldId="311"/>
            <ac:picMk id="5" creationId="{7A2A19B1-F537-DC3A-96B2-B4C1BDB006A3}"/>
          </ac:picMkLst>
        </pc:picChg>
      </pc:sldChg>
      <pc:sldChg chg="addSp delSp modSp add mod">
        <pc:chgData name="FREITAS Paulo" userId="3c12b39a-d365-4fcf-880b-102c81e2cdb9" providerId="ADAL" clId="{39995C84-9BA4-455A-913E-68A83670C355}" dt="2026-09-05T14:56:53.842" v="7251" actId="113"/>
        <pc:sldMkLst>
          <pc:docMk/>
          <pc:sldMk cId="3739198003" sldId="312"/>
        </pc:sldMkLst>
        <pc:spChg chg="mod">
          <ac:chgData name="FREITAS Paulo" userId="3c12b39a-d365-4fcf-880b-102c81e2cdb9" providerId="ADAL" clId="{39995C84-9BA4-455A-913E-68A83670C355}" dt="2026-09-05T14:56:53.842" v="7251" actId="113"/>
          <ac:spMkLst>
            <pc:docMk/>
            <pc:sldMk cId="3739198003" sldId="312"/>
            <ac:spMk id="7" creationId="{BF6B43B1-68A5-19DC-1739-8E29BF70C68F}"/>
          </ac:spMkLst>
        </pc:spChg>
        <pc:picChg chg="del">
          <ac:chgData name="FREITAS Paulo" userId="3c12b39a-d365-4fcf-880b-102c81e2cdb9" providerId="ADAL" clId="{39995C84-9BA4-455A-913E-68A83670C355}" dt="2026-09-05T14:54:43.572" v="7228" actId="478"/>
          <ac:picMkLst>
            <pc:docMk/>
            <pc:sldMk cId="3739198003" sldId="312"/>
            <ac:picMk id="4" creationId="{F3FE62A4-7516-5D46-BA19-F3CBE0C952E5}"/>
          </ac:picMkLst>
        </pc:picChg>
        <pc:picChg chg="add">
          <ac:chgData name="FREITAS Paulo" userId="3c12b39a-d365-4fcf-880b-102c81e2cdb9" providerId="ADAL" clId="{39995C84-9BA4-455A-913E-68A83670C355}" dt="2026-09-05T14:54:44.304" v="7229" actId="22"/>
          <ac:picMkLst>
            <pc:docMk/>
            <pc:sldMk cId="3739198003" sldId="312"/>
            <ac:picMk id="5" creationId="{EA880649-4641-9BAE-09EF-9AFB8294CE00}"/>
          </ac:picMkLst>
        </pc:picChg>
      </pc:sldChg>
      <pc:sldChg chg="addSp delSp modSp add del mod">
        <pc:chgData name="FREITAS Paulo" userId="3c12b39a-d365-4fcf-880b-102c81e2cdb9" providerId="ADAL" clId="{39995C84-9BA4-455A-913E-68A83670C355}" dt="2026-09-05T15:31:39.162" v="7409" actId="47"/>
        <pc:sldMkLst>
          <pc:docMk/>
          <pc:sldMk cId="2236152616" sldId="313"/>
        </pc:sldMkLst>
        <pc:spChg chg="mod">
          <ac:chgData name="FREITAS Paulo" userId="3c12b39a-d365-4fcf-880b-102c81e2cdb9" providerId="ADAL" clId="{39995C84-9BA4-455A-913E-68A83670C355}" dt="2026-09-05T15:24:23.598" v="7274" actId="20577"/>
          <ac:spMkLst>
            <pc:docMk/>
            <pc:sldMk cId="2236152616" sldId="313"/>
            <ac:spMk id="7" creationId="{594D5BAB-3998-D89A-0215-CEA2B7E7C0E2}"/>
          </ac:spMkLst>
        </pc:spChg>
        <pc:picChg chg="add mod">
          <ac:chgData name="FREITAS Paulo" userId="3c12b39a-d365-4fcf-880b-102c81e2cdb9" providerId="ADAL" clId="{39995C84-9BA4-455A-913E-68A83670C355}" dt="2026-09-05T15:25:39.027" v="7299" actId="1038"/>
          <ac:picMkLst>
            <pc:docMk/>
            <pc:sldMk cId="2236152616" sldId="313"/>
            <ac:picMk id="4" creationId="{59D245BE-C8BF-B02A-285E-90866D0F8197}"/>
          </ac:picMkLst>
        </pc:picChg>
        <pc:picChg chg="del">
          <ac:chgData name="FREITAS Paulo" userId="3c12b39a-d365-4fcf-880b-102c81e2cdb9" providerId="ADAL" clId="{39995C84-9BA4-455A-913E-68A83670C355}" dt="2026-09-05T15:25:23.690" v="7275" actId="478"/>
          <ac:picMkLst>
            <pc:docMk/>
            <pc:sldMk cId="2236152616" sldId="313"/>
            <ac:picMk id="5" creationId="{AADAC921-2C5A-DA2E-804E-F6A81C21F95F}"/>
          </ac:picMkLst>
        </pc:picChg>
        <pc:picChg chg="del">
          <ac:chgData name="FREITAS Paulo" userId="3c12b39a-d365-4fcf-880b-102c81e2cdb9" providerId="ADAL" clId="{39995C84-9BA4-455A-913E-68A83670C355}" dt="2026-09-05T15:30:02.558" v="7300" actId="478"/>
          <ac:picMkLst>
            <pc:docMk/>
            <pc:sldMk cId="2236152616" sldId="313"/>
            <ac:picMk id="6" creationId="{542B7112-9960-8545-22F0-9E71D8703AFA}"/>
          </ac:picMkLst>
        </pc:picChg>
        <pc:picChg chg="add mod">
          <ac:chgData name="FREITAS Paulo" userId="3c12b39a-d365-4fcf-880b-102c81e2cdb9" providerId="ADAL" clId="{39995C84-9BA4-455A-913E-68A83670C355}" dt="2026-09-05T15:30:08.650" v="7303" actId="1076"/>
          <ac:picMkLst>
            <pc:docMk/>
            <pc:sldMk cId="2236152616" sldId="313"/>
            <ac:picMk id="9" creationId="{4CB3F948-2AC1-172A-3FFB-B645437E2AE4}"/>
          </ac:picMkLst>
        </pc:picChg>
      </pc:sldChg>
      <pc:sldChg chg="addSp delSp modSp add mod modNotesTx">
        <pc:chgData name="FREITAS Paulo" userId="3c12b39a-d365-4fcf-880b-102c81e2cdb9" providerId="ADAL" clId="{39995C84-9BA4-455A-913E-68A83670C355}" dt="2026-09-05T15:47:32.744" v="7549" actId="1038"/>
        <pc:sldMkLst>
          <pc:docMk/>
          <pc:sldMk cId="2878017347" sldId="314"/>
        </pc:sldMkLst>
        <pc:spChg chg="mod">
          <ac:chgData name="FREITAS Paulo" userId="3c12b39a-d365-4fcf-880b-102c81e2cdb9" providerId="ADAL" clId="{39995C84-9BA4-455A-913E-68A83670C355}" dt="2026-09-05T15:33:25.150" v="7433" actId="21"/>
          <ac:spMkLst>
            <pc:docMk/>
            <pc:sldMk cId="2878017347" sldId="314"/>
            <ac:spMk id="7" creationId="{73FEFB85-8973-0460-32ED-733FDE704B2C}"/>
          </ac:spMkLst>
        </pc:spChg>
        <pc:spChg chg="mod">
          <ac:chgData name="FREITAS Paulo" userId="3c12b39a-d365-4fcf-880b-102c81e2cdb9" providerId="ADAL" clId="{39995C84-9BA4-455A-913E-68A83670C355}" dt="2026-09-05T15:34:06.849" v="7503" actId="1036"/>
          <ac:spMkLst>
            <pc:docMk/>
            <pc:sldMk cId="2878017347" sldId="314"/>
            <ac:spMk id="10" creationId="{DE2CFE3D-581E-89FF-EE7E-C0B5931EACD8}"/>
          </ac:spMkLst>
        </pc:spChg>
        <pc:picChg chg="del">
          <ac:chgData name="FREITAS Paulo" userId="3c12b39a-d365-4fcf-880b-102c81e2cdb9" providerId="ADAL" clId="{39995C84-9BA4-455A-913E-68A83670C355}" dt="2026-09-05T15:30:42.337" v="7306" actId="478"/>
          <ac:picMkLst>
            <pc:docMk/>
            <pc:sldMk cId="2878017347" sldId="314"/>
            <ac:picMk id="2" creationId="{2573AA0F-3B69-8A36-4AB6-BC85ADFEF7B0}"/>
          </ac:picMkLst>
        </pc:picChg>
        <pc:picChg chg="del">
          <ac:chgData name="FREITAS Paulo" userId="3c12b39a-d365-4fcf-880b-102c81e2cdb9" providerId="ADAL" clId="{39995C84-9BA4-455A-913E-68A83670C355}" dt="2026-09-05T15:30:43.783" v="7307" actId="478"/>
          <ac:picMkLst>
            <pc:docMk/>
            <pc:sldMk cId="2878017347" sldId="314"/>
            <ac:picMk id="5" creationId="{FA0C25C7-CA08-41AE-DAE7-9B82889E5193}"/>
          </ac:picMkLst>
        </pc:picChg>
        <pc:picChg chg="add mod">
          <ac:chgData name="FREITAS Paulo" userId="3c12b39a-d365-4fcf-880b-102c81e2cdb9" providerId="ADAL" clId="{39995C84-9BA4-455A-913E-68A83670C355}" dt="2026-09-05T15:47:32.744" v="7549" actId="1038"/>
          <ac:picMkLst>
            <pc:docMk/>
            <pc:sldMk cId="2878017347" sldId="314"/>
            <ac:picMk id="6" creationId="{80E287E6-8E87-3160-E46C-DB5169ED69A2}"/>
          </ac:picMkLst>
        </pc:picChg>
        <pc:picChg chg="add mod">
          <ac:chgData name="FREITAS Paulo" userId="3c12b39a-d365-4fcf-880b-102c81e2cdb9" providerId="ADAL" clId="{39995C84-9BA4-455A-913E-68A83670C355}" dt="2026-09-05T15:33:57.932" v="7488" actId="1037"/>
          <ac:picMkLst>
            <pc:docMk/>
            <pc:sldMk cId="2878017347" sldId="314"/>
            <ac:picMk id="9" creationId="{D44C3DE2-A77C-8B10-3442-07D82B727627}"/>
          </ac:picMkLst>
        </pc:picChg>
      </pc:sldChg>
      <pc:sldChg chg="addSp delSp modSp add mod">
        <pc:chgData name="FREITAS Paulo" userId="3c12b39a-d365-4fcf-880b-102c81e2cdb9" providerId="ADAL" clId="{39995C84-9BA4-455A-913E-68A83670C355}" dt="2026-09-05T15:51:09.970" v="7663" actId="20577"/>
        <pc:sldMkLst>
          <pc:docMk/>
          <pc:sldMk cId="1092635225" sldId="315"/>
        </pc:sldMkLst>
        <pc:spChg chg="mod">
          <ac:chgData name="FREITAS Paulo" userId="3c12b39a-d365-4fcf-880b-102c81e2cdb9" providerId="ADAL" clId="{39995C84-9BA4-455A-913E-68A83670C355}" dt="2026-09-05T15:51:09.970" v="7663" actId="20577"/>
          <ac:spMkLst>
            <pc:docMk/>
            <pc:sldMk cId="1092635225" sldId="315"/>
            <ac:spMk id="7" creationId="{F8161506-0061-EEDF-94C8-4CE80FB5C95E}"/>
          </ac:spMkLst>
        </pc:spChg>
        <pc:picChg chg="add del">
          <ac:chgData name="FREITAS Paulo" userId="3c12b39a-d365-4fcf-880b-102c81e2cdb9" providerId="ADAL" clId="{39995C84-9BA4-455A-913E-68A83670C355}" dt="2026-09-05T15:47:37.911" v="7550" actId="478"/>
          <ac:picMkLst>
            <pc:docMk/>
            <pc:sldMk cId="1092635225" sldId="315"/>
            <ac:picMk id="4" creationId="{4CF9BCF8-5227-F6C7-A216-61FF9B6895EE}"/>
          </ac:picMkLst>
        </pc:picChg>
        <pc:picChg chg="del">
          <ac:chgData name="FREITAS Paulo" userId="3c12b39a-d365-4fcf-880b-102c81e2cdb9" providerId="ADAL" clId="{39995C84-9BA4-455A-913E-68A83670C355}" dt="2026-09-05T15:47:15.582" v="7533" actId="478"/>
          <ac:picMkLst>
            <pc:docMk/>
            <pc:sldMk cId="1092635225" sldId="315"/>
            <ac:picMk id="5" creationId="{9708C987-E21F-11D1-490B-72747402C724}"/>
          </ac:picMkLst>
        </pc:picChg>
        <pc:picChg chg="add">
          <ac:chgData name="FREITAS Paulo" userId="3c12b39a-d365-4fcf-880b-102c81e2cdb9" providerId="ADAL" clId="{39995C84-9BA4-455A-913E-68A83670C355}" dt="2026-09-05T15:47:38.573" v="7551" actId="22"/>
          <ac:picMkLst>
            <pc:docMk/>
            <pc:sldMk cId="1092635225" sldId="315"/>
            <ac:picMk id="8" creationId="{B63AD125-364E-97D0-6B68-A4AE1B01793D}"/>
          </ac:picMkLst>
        </pc:picChg>
      </pc:sldChg>
      <pc:sldChg chg="addSp delSp modSp add mod">
        <pc:chgData name="FREITAS Paulo" userId="3c12b39a-d365-4fcf-880b-102c81e2cdb9" providerId="ADAL" clId="{39995C84-9BA4-455A-913E-68A83670C355}" dt="2026-09-05T15:55:43.892" v="7785" actId="20577"/>
        <pc:sldMkLst>
          <pc:docMk/>
          <pc:sldMk cId="3411151590" sldId="316"/>
        </pc:sldMkLst>
        <pc:spChg chg="mod">
          <ac:chgData name="FREITAS Paulo" userId="3c12b39a-d365-4fcf-880b-102c81e2cdb9" providerId="ADAL" clId="{39995C84-9BA4-455A-913E-68A83670C355}" dt="2026-09-05T15:55:43.892" v="7785" actId="20577"/>
          <ac:spMkLst>
            <pc:docMk/>
            <pc:sldMk cId="3411151590" sldId="316"/>
            <ac:spMk id="7" creationId="{C15B9430-90C5-B7B9-C7C4-2CBD8A5D520F}"/>
          </ac:spMkLst>
        </pc:spChg>
        <pc:picChg chg="add">
          <ac:chgData name="FREITAS Paulo" userId="3c12b39a-d365-4fcf-880b-102c81e2cdb9" providerId="ADAL" clId="{39995C84-9BA4-455A-913E-68A83670C355}" dt="2026-09-05T15:51:55.181" v="7668" actId="22"/>
          <ac:picMkLst>
            <pc:docMk/>
            <pc:sldMk cId="3411151590" sldId="316"/>
            <ac:picMk id="4" creationId="{6D2014D3-66EC-A21A-CF25-D0511A096259}"/>
          </ac:picMkLst>
        </pc:picChg>
        <pc:picChg chg="del">
          <ac:chgData name="FREITAS Paulo" userId="3c12b39a-d365-4fcf-880b-102c81e2cdb9" providerId="ADAL" clId="{39995C84-9BA4-455A-913E-68A83670C355}" dt="2026-09-05T15:51:54.462" v="7667" actId="478"/>
          <ac:picMkLst>
            <pc:docMk/>
            <pc:sldMk cId="3411151590" sldId="316"/>
            <ac:picMk id="5" creationId="{BED28CF0-3C43-E167-16F6-CB3B0E3DBAC3}"/>
          </ac:picMkLst>
        </pc:picChg>
      </pc:sldChg>
      <pc:sldChg chg="addSp delSp modSp add mod">
        <pc:chgData name="FREITAS Paulo" userId="3c12b39a-d365-4fcf-880b-102c81e2cdb9" providerId="ADAL" clId="{39995C84-9BA4-455A-913E-68A83670C355}" dt="2026-09-05T15:59:17.412" v="7889" actId="20577"/>
        <pc:sldMkLst>
          <pc:docMk/>
          <pc:sldMk cId="1496978819" sldId="317"/>
        </pc:sldMkLst>
        <pc:spChg chg="mod">
          <ac:chgData name="FREITAS Paulo" userId="3c12b39a-d365-4fcf-880b-102c81e2cdb9" providerId="ADAL" clId="{39995C84-9BA4-455A-913E-68A83670C355}" dt="2026-09-05T15:59:17.412" v="7889" actId="20577"/>
          <ac:spMkLst>
            <pc:docMk/>
            <pc:sldMk cId="1496978819" sldId="317"/>
            <ac:spMk id="7" creationId="{46DCD2E2-E6C6-E3C3-C1C3-02BD7A3B2FF8}"/>
          </ac:spMkLst>
        </pc:spChg>
        <pc:picChg chg="add">
          <ac:chgData name="FREITAS Paulo" userId="3c12b39a-d365-4fcf-880b-102c81e2cdb9" providerId="ADAL" clId="{39995C84-9BA4-455A-913E-68A83670C355}" dt="2026-09-05T15:56:31.727" v="7788" actId="22"/>
          <ac:picMkLst>
            <pc:docMk/>
            <pc:sldMk cId="1496978819" sldId="317"/>
            <ac:picMk id="4" creationId="{541A80CF-4C89-6AD4-6900-AB0C50B93A72}"/>
          </ac:picMkLst>
        </pc:picChg>
        <pc:picChg chg="del">
          <ac:chgData name="FREITAS Paulo" userId="3c12b39a-d365-4fcf-880b-102c81e2cdb9" providerId="ADAL" clId="{39995C84-9BA4-455A-913E-68A83670C355}" dt="2026-09-05T15:56:30.450" v="7787" actId="478"/>
          <ac:picMkLst>
            <pc:docMk/>
            <pc:sldMk cId="1496978819" sldId="317"/>
            <ac:picMk id="5" creationId="{2F11BCEC-A08A-B92C-87FF-B6358C6BD64B}"/>
          </ac:picMkLst>
        </pc:picChg>
      </pc:sldChg>
      <pc:sldChg chg="addSp delSp modSp add mod modNotesTx">
        <pc:chgData name="FREITAS Paulo" userId="3c12b39a-d365-4fcf-880b-102c81e2cdb9" providerId="ADAL" clId="{39995C84-9BA4-455A-913E-68A83670C355}" dt="2026-09-05T16:24:44.903" v="8095" actId="20577"/>
        <pc:sldMkLst>
          <pc:docMk/>
          <pc:sldMk cId="4004658229" sldId="318"/>
        </pc:sldMkLst>
        <pc:spChg chg="mod">
          <ac:chgData name="FREITAS Paulo" userId="3c12b39a-d365-4fcf-880b-102c81e2cdb9" providerId="ADAL" clId="{39995C84-9BA4-455A-913E-68A83670C355}" dt="2026-09-05T16:23:15.496" v="8005" actId="21"/>
          <ac:spMkLst>
            <pc:docMk/>
            <pc:sldMk cId="4004658229" sldId="318"/>
            <ac:spMk id="7" creationId="{F2B3DFE5-A926-5EEE-0247-29D7E0AAFDBD}"/>
          </ac:spMkLst>
        </pc:spChg>
        <pc:spChg chg="mod">
          <ac:chgData name="FREITAS Paulo" userId="3c12b39a-d365-4fcf-880b-102c81e2cdb9" providerId="ADAL" clId="{39995C84-9BA4-455A-913E-68A83670C355}" dt="2026-09-05T16:24:26.558" v="8094" actId="20577"/>
          <ac:spMkLst>
            <pc:docMk/>
            <pc:sldMk cId="4004658229" sldId="318"/>
            <ac:spMk id="10" creationId="{D3175CDC-F8D4-CEA4-8F47-0B5A26D127BE}"/>
          </ac:spMkLst>
        </pc:spChg>
        <pc:picChg chg="add mod">
          <ac:chgData name="FREITAS Paulo" userId="3c12b39a-d365-4fcf-880b-102c81e2cdb9" providerId="ADAL" clId="{39995C84-9BA4-455A-913E-68A83670C355}" dt="2026-09-05T16:20:47.969" v="7973" actId="1038"/>
          <ac:picMkLst>
            <pc:docMk/>
            <pc:sldMk cId="4004658229" sldId="318"/>
            <ac:picMk id="4" creationId="{2019BCED-3B76-F412-41C8-8422B9D39EC2}"/>
          </ac:picMkLst>
        </pc:picChg>
        <pc:picChg chg="add mod">
          <ac:chgData name="FREITAS Paulo" userId="3c12b39a-d365-4fcf-880b-102c81e2cdb9" providerId="ADAL" clId="{39995C84-9BA4-455A-913E-68A83670C355}" dt="2026-09-05T16:21:02.785" v="7975"/>
          <ac:picMkLst>
            <pc:docMk/>
            <pc:sldMk cId="4004658229" sldId="318"/>
            <ac:picMk id="5" creationId="{C254F6A5-637E-A931-6865-F9CC9BE02768}"/>
          </ac:picMkLst>
        </pc:picChg>
        <pc:picChg chg="del">
          <ac:chgData name="FREITAS Paulo" userId="3c12b39a-d365-4fcf-880b-102c81e2cdb9" providerId="ADAL" clId="{39995C84-9BA4-455A-913E-68A83670C355}" dt="2026-09-05T16:20:35.599" v="7937" actId="478"/>
          <ac:picMkLst>
            <pc:docMk/>
            <pc:sldMk cId="4004658229" sldId="318"/>
            <ac:picMk id="6" creationId="{C166CD48-B9FE-C66A-F1F6-0B6E9E01D616}"/>
          </ac:picMkLst>
        </pc:picChg>
        <pc:picChg chg="del">
          <ac:chgData name="FREITAS Paulo" userId="3c12b39a-d365-4fcf-880b-102c81e2cdb9" providerId="ADAL" clId="{39995C84-9BA4-455A-913E-68A83670C355}" dt="2026-09-05T16:17:58.144" v="7929" actId="478"/>
          <ac:picMkLst>
            <pc:docMk/>
            <pc:sldMk cId="4004658229" sldId="318"/>
            <ac:picMk id="9" creationId="{D78A7861-490D-E668-7EBC-12C674CF446D}"/>
          </ac:picMkLst>
        </pc:picChg>
        <pc:picChg chg="add mod">
          <ac:chgData name="FREITAS Paulo" userId="3c12b39a-d365-4fcf-880b-102c81e2cdb9" providerId="ADAL" clId="{39995C84-9BA4-455A-913E-68A83670C355}" dt="2026-09-05T16:21:31.709" v="7996" actId="1035"/>
          <ac:picMkLst>
            <pc:docMk/>
            <pc:sldMk cId="4004658229" sldId="318"/>
            <ac:picMk id="11" creationId="{FF0EA7A8-9262-33CA-A6DC-F9FCE359B561}"/>
          </ac:picMkLst>
        </pc:picChg>
      </pc:sldChg>
      <pc:sldChg chg="addSp delSp modSp add mod">
        <pc:chgData name="FREITAS Paulo" userId="3c12b39a-d365-4fcf-880b-102c81e2cdb9" providerId="ADAL" clId="{39995C84-9BA4-455A-913E-68A83670C355}" dt="2026-09-05T16:30:15.246" v="8222" actId="20577"/>
        <pc:sldMkLst>
          <pc:docMk/>
          <pc:sldMk cId="3795523575" sldId="319"/>
        </pc:sldMkLst>
        <pc:spChg chg="mod">
          <ac:chgData name="FREITAS Paulo" userId="3c12b39a-d365-4fcf-880b-102c81e2cdb9" providerId="ADAL" clId="{39995C84-9BA4-455A-913E-68A83670C355}" dt="2026-09-05T16:30:15.246" v="8222" actId="20577"/>
          <ac:spMkLst>
            <pc:docMk/>
            <pc:sldMk cId="3795523575" sldId="319"/>
            <ac:spMk id="7" creationId="{C72DECB5-4982-161B-4988-9156E6854446}"/>
          </ac:spMkLst>
        </pc:spChg>
        <pc:picChg chg="add">
          <ac:chgData name="FREITAS Paulo" userId="3c12b39a-d365-4fcf-880b-102c81e2cdb9" providerId="ADAL" clId="{39995C84-9BA4-455A-913E-68A83670C355}" dt="2026-09-05T16:25:02.592" v="8098" actId="22"/>
          <ac:picMkLst>
            <pc:docMk/>
            <pc:sldMk cId="3795523575" sldId="319"/>
            <ac:picMk id="4" creationId="{B7953C9B-6699-CA70-168A-8ABFE5CDE58C}"/>
          </ac:picMkLst>
        </pc:picChg>
        <pc:picChg chg="del">
          <ac:chgData name="FREITAS Paulo" userId="3c12b39a-d365-4fcf-880b-102c81e2cdb9" providerId="ADAL" clId="{39995C84-9BA4-455A-913E-68A83670C355}" dt="2026-09-05T16:25:01.942" v="8097" actId="478"/>
          <ac:picMkLst>
            <pc:docMk/>
            <pc:sldMk cId="3795523575" sldId="319"/>
            <ac:picMk id="8" creationId="{42AC3EC2-6703-3C39-56FC-B4790D271843}"/>
          </ac:picMkLst>
        </pc:picChg>
      </pc:sldChg>
      <pc:sldChg chg="addSp delSp modSp add mod modNotesTx">
        <pc:chgData name="FREITAS Paulo" userId="3c12b39a-d365-4fcf-880b-102c81e2cdb9" providerId="ADAL" clId="{39995C84-9BA4-455A-913E-68A83670C355}" dt="2026-09-05T16:51:03.446" v="8487" actId="20577"/>
        <pc:sldMkLst>
          <pc:docMk/>
          <pc:sldMk cId="2466945579" sldId="320"/>
        </pc:sldMkLst>
        <pc:spChg chg="mod">
          <ac:chgData name="FREITAS Paulo" userId="3c12b39a-d365-4fcf-880b-102c81e2cdb9" providerId="ADAL" clId="{39995C84-9BA4-455A-913E-68A83670C355}" dt="2026-09-05T16:51:03.446" v="8487" actId="20577"/>
          <ac:spMkLst>
            <pc:docMk/>
            <pc:sldMk cId="2466945579" sldId="320"/>
            <ac:spMk id="7" creationId="{68EAF5D2-38C5-A27C-198D-9CE586AF9B49}"/>
          </ac:spMkLst>
        </pc:spChg>
        <pc:picChg chg="del">
          <ac:chgData name="FREITAS Paulo" userId="3c12b39a-d365-4fcf-880b-102c81e2cdb9" providerId="ADAL" clId="{39995C84-9BA4-455A-913E-68A83670C355}" dt="2026-09-05T16:37:26.941" v="8224" actId="478"/>
          <ac:picMkLst>
            <pc:docMk/>
            <pc:sldMk cId="2466945579" sldId="320"/>
            <ac:picMk id="4" creationId="{EB9FC83B-46AE-3653-7076-32C27BE3EB34}"/>
          </ac:picMkLst>
        </pc:picChg>
        <pc:picChg chg="add">
          <ac:chgData name="FREITAS Paulo" userId="3c12b39a-d365-4fcf-880b-102c81e2cdb9" providerId="ADAL" clId="{39995C84-9BA4-455A-913E-68A83670C355}" dt="2026-09-05T16:37:27.540" v="8225" actId="22"/>
          <ac:picMkLst>
            <pc:docMk/>
            <pc:sldMk cId="2466945579" sldId="320"/>
            <ac:picMk id="5" creationId="{43478C67-BBD9-649F-3A8C-BC2F502B6270}"/>
          </ac:picMkLst>
        </pc:picChg>
      </pc:sldChg>
      <pc:sldChg chg="addSp delSp modSp add mod modNotesTx">
        <pc:chgData name="FREITAS Paulo" userId="3c12b39a-d365-4fcf-880b-102c81e2cdb9" providerId="ADAL" clId="{39995C84-9BA4-455A-913E-68A83670C355}" dt="2026-09-05T16:55:23.015" v="8555" actId="20577"/>
        <pc:sldMkLst>
          <pc:docMk/>
          <pc:sldMk cId="3864867210" sldId="321"/>
        </pc:sldMkLst>
        <pc:spChg chg="mod">
          <ac:chgData name="FREITAS Paulo" userId="3c12b39a-d365-4fcf-880b-102c81e2cdb9" providerId="ADAL" clId="{39995C84-9BA4-455A-913E-68A83670C355}" dt="2026-09-05T16:55:14.821" v="8550" actId="20577"/>
          <ac:spMkLst>
            <pc:docMk/>
            <pc:sldMk cId="3864867210" sldId="321"/>
            <ac:spMk id="7" creationId="{C3FB5A8C-DF7C-252D-5688-F51A01892D2D}"/>
          </ac:spMkLst>
        </pc:spChg>
        <pc:picChg chg="del">
          <ac:chgData name="FREITAS Paulo" userId="3c12b39a-d365-4fcf-880b-102c81e2cdb9" providerId="ADAL" clId="{39995C84-9BA4-455A-913E-68A83670C355}" dt="2026-09-05T16:51:22.694" v="8489" actId="478"/>
          <ac:picMkLst>
            <pc:docMk/>
            <pc:sldMk cId="3864867210" sldId="321"/>
            <ac:picMk id="4" creationId="{831C29D6-5759-C9C1-1F25-82D96E19C57C}"/>
          </ac:picMkLst>
        </pc:picChg>
        <pc:picChg chg="add">
          <ac:chgData name="FREITAS Paulo" userId="3c12b39a-d365-4fcf-880b-102c81e2cdb9" providerId="ADAL" clId="{39995C84-9BA4-455A-913E-68A83670C355}" dt="2026-09-05T16:51:23.300" v="8490" actId="22"/>
          <ac:picMkLst>
            <pc:docMk/>
            <pc:sldMk cId="3864867210" sldId="321"/>
            <ac:picMk id="5" creationId="{03795A07-08AF-2AAE-B770-55194C04B675}"/>
          </ac:picMkLst>
        </pc:picChg>
      </pc:sldChg>
      <pc:sldChg chg="addSp delSp modSp add mod">
        <pc:chgData name="FREITAS Paulo" userId="3c12b39a-d365-4fcf-880b-102c81e2cdb9" providerId="ADAL" clId="{39995C84-9BA4-455A-913E-68A83670C355}" dt="2026-09-05T17:08:58.490" v="8851" actId="1037"/>
        <pc:sldMkLst>
          <pc:docMk/>
          <pc:sldMk cId="759952395" sldId="322"/>
        </pc:sldMkLst>
        <pc:spChg chg="mod">
          <ac:chgData name="FREITAS Paulo" userId="3c12b39a-d365-4fcf-880b-102c81e2cdb9" providerId="ADAL" clId="{39995C84-9BA4-455A-913E-68A83670C355}" dt="2026-09-05T17:06:54.723" v="8758" actId="21"/>
          <ac:spMkLst>
            <pc:docMk/>
            <pc:sldMk cId="759952395" sldId="322"/>
            <ac:spMk id="7" creationId="{64ADD267-56B7-7864-DD31-D4D5E6BC36BE}"/>
          </ac:spMkLst>
        </pc:spChg>
        <pc:spChg chg="mod">
          <ac:chgData name="FREITAS Paulo" userId="3c12b39a-d365-4fcf-880b-102c81e2cdb9" providerId="ADAL" clId="{39995C84-9BA4-455A-913E-68A83670C355}" dt="2026-09-05T17:08:46.814" v="8846" actId="113"/>
          <ac:spMkLst>
            <pc:docMk/>
            <pc:sldMk cId="759952395" sldId="322"/>
            <ac:spMk id="10" creationId="{5F261581-7574-6CA5-4684-93A0C4C3F9CC}"/>
          </ac:spMkLst>
        </pc:spChg>
        <pc:picChg chg="add mod">
          <ac:chgData name="FREITAS Paulo" userId="3c12b39a-d365-4fcf-880b-102c81e2cdb9" providerId="ADAL" clId="{39995C84-9BA4-455A-913E-68A83670C355}" dt="2026-09-05T17:08:58.490" v="8851" actId="1037"/>
          <ac:picMkLst>
            <pc:docMk/>
            <pc:sldMk cId="759952395" sldId="322"/>
            <ac:picMk id="2" creationId="{F373D2A7-DCF6-77F9-3BA3-F58BCE648A5C}"/>
          </ac:picMkLst>
        </pc:picChg>
        <pc:picChg chg="del">
          <ac:chgData name="FREITAS Paulo" userId="3c12b39a-d365-4fcf-880b-102c81e2cdb9" providerId="ADAL" clId="{39995C84-9BA4-455A-913E-68A83670C355}" dt="2026-09-05T16:59:46.816" v="8590" actId="478"/>
          <ac:picMkLst>
            <pc:docMk/>
            <pc:sldMk cId="759952395" sldId="322"/>
            <ac:picMk id="4" creationId="{CD142630-4A21-8822-49D7-75E1BC910885}"/>
          </ac:picMkLst>
        </pc:picChg>
        <pc:picChg chg="add del mod">
          <ac:chgData name="FREITAS Paulo" userId="3c12b39a-d365-4fcf-880b-102c81e2cdb9" providerId="ADAL" clId="{39995C84-9BA4-455A-913E-68A83670C355}" dt="2026-09-05T17:04:07.463" v="8630" actId="478"/>
          <ac:picMkLst>
            <pc:docMk/>
            <pc:sldMk cId="759952395" sldId="322"/>
            <ac:picMk id="6" creationId="{EAA4CD37-3B1A-98CF-2DBA-D88C1F198C03}"/>
          </ac:picMkLst>
        </pc:picChg>
        <pc:picChg chg="add mod">
          <ac:chgData name="FREITAS Paulo" userId="3c12b39a-d365-4fcf-880b-102c81e2cdb9" providerId="ADAL" clId="{39995C84-9BA4-455A-913E-68A83670C355}" dt="2026-09-05T17:04:19.929" v="8667" actId="1038"/>
          <ac:picMkLst>
            <pc:docMk/>
            <pc:sldMk cId="759952395" sldId="322"/>
            <ac:picMk id="9" creationId="{2AA9E80C-7410-E32D-FD82-0D223AB5E9B6}"/>
          </ac:picMkLst>
        </pc:picChg>
        <pc:picChg chg="del">
          <ac:chgData name="FREITAS Paulo" userId="3c12b39a-d365-4fcf-880b-102c81e2cdb9" providerId="ADAL" clId="{39995C84-9BA4-455A-913E-68A83670C355}" dt="2026-09-05T16:57:13.964" v="8568" actId="478"/>
          <ac:picMkLst>
            <pc:docMk/>
            <pc:sldMk cId="759952395" sldId="322"/>
            <ac:picMk id="11" creationId="{92BF675C-4024-6BA1-0C28-5DC38A1EC44B}"/>
          </ac:picMkLst>
        </pc:picChg>
      </pc:sldChg>
      <pc:sldChg chg="addSp delSp modSp add mod modNotesTx">
        <pc:chgData name="FREITAS Paulo" userId="3c12b39a-d365-4fcf-880b-102c81e2cdb9" providerId="ADAL" clId="{39995C84-9BA4-455A-913E-68A83670C355}" dt="2026-09-05T17:29:51.493" v="9132" actId="22"/>
        <pc:sldMkLst>
          <pc:docMk/>
          <pc:sldMk cId="2277947982" sldId="323"/>
        </pc:sldMkLst>
        <pc:spChg chg="mod">
          <ac:chgData name="FREITAS Paulo" userId="3c12b39a-d365-4fcf-880b-102c81e2cdb9" providerId="ADAL" clId="{39995C84-9BA4-455A-913E-68A83670C355}" dt="2026-09-05T17:29:41.223" v="9130" actId="113"/>
          <ac:spMkLst>
            <pc:docMk/>
            <pc:sldMk cId="2277947982" sldId="323"/>
            <ac:spMk id="7" creationId="{41FB6093-525A-7163-F18B-859CB151C619}"/>
          </ac:spMkLst>
        </pc:spChg>
        <pc:picChg chg="del">
          <ac:chgData name="FREITAS Paulo" userId="3c12b39a-d365-4fcf-880b-102c81e2cdb9" providerId="ADAL" clId="{39995C84-9BA4-455A-913E-68A83670C355}" dt="2026-09-05T17:29:50.872" v="9131" actId="478"/>
          <ac:picMkLst>
            <pc:docMk/>
            <pc:sldMk cId="2277947982" sldId="323"/>
            <ac:picMk id="4" creationId="{9F7BA391-38A4-B8FF-4AC6-CDE652A6346B}"/>
          </ac:picMkLst>
        </pc:picChg>
        <pc:picChg chg="add">
          <ac:chgData name="FREITAS Paulo" userId="3c12b39a-d365-4fcf-880b-102c81e2cdb9" providerId="ADAL" clId="{39995C84-9BA4-455A-913E-68A83670C355}" dt="2026-09-05T17:29:51.493" v="9132" actId="22"/>
          <ac:picMkLst>
            <pc:docMk/>
            <pc:sldMk cId="2277947982" sldId="323"/>
            <ac:picMk id="5" creationId="{A1881125-CB07-0A66-482E-0FAFD24AB19D}"/>
          </ac:picMkLst>
        </pc:picChg>
      </pc:sldChg>
      <pc:sldChg chg="addSp delSp modSp add mod modNotesTx">
        <pc:chgData name="FREITAS Paulo" userId="3c12b39a-d365-4fcf-880b-102c81e2cdb9" providerId="ADAL" clId="{39995C84-9BA4-455A-913E-68A83670C355}" dt="2026-09-05T18:02:50.419" v="9303" actId="6549"/>
        <pc:sldMkLst>
          <pc:docMk/>
          <pc:sldMk cId="2750491161" sldId="324"/>
        </pc:sldMkLst>
        <pc:spChg chg="mod">
          <ac:chgData name="FREITAS Paulo" userId="3c12b39a-d365-4fcf-880b-102c81e2cdb9" providerId="ADAL" clId="{39995C84-9BA4-455A-913E-68A83670C355}" dt="2026-09-05T18:02:50.419" v="9303" actId="6549"/>
          <ac:spMkLst>
            <pc:docMk/>
            <pc:sldMk cId="2750491161" sldId="324"/>
            <ac:spMk id="7" creationId="{5D415832-F5C3-7C08-BF8A-F46148E5E6C6}"/>
          </ac:spMkLst>
        </pc:spChg>
        <pc:picChg chg="add">
          <ac:chgData name="FREITAS Paulo" userId="3c12b39a-d365-4fcf-880b-102c81e2cdb9" providerId="ADAL" clId="{39995C84-9BA4-455A-913E-68A83670C355}" dt="2026-09-05T17:32:13.829" v="9139" actId="22"/>
          <ac:picMkLst>
            <pc:docMk/>
            <pc:sldMk cId="2750491161" sldId="324"/>
            <ac:picMk id="4" creationId="{2A194760-2B21-88D2-0A03-C56AB9136141}"/>
          </ac:picMkLst>
        </pc:picChg>
        <pc:picChg chg="del">
          <ac:chgData name="FREITAS Paulo" userId="3c12b39a-d365-4fcf-880b-102c81e2cdb9" providerId="ADAL" clId="{39995C84-9BA4-455A-913E-68A83670C355}" dt="2026-09-05T17:32:13.237" v="9138" actId="478"/>
          <ac:picMkLst>
            <pc:docMk/>
            <pc:sldMk cId="2750491161" sldId="324"/>
            <ac:picMk id="5" creationId="{E2CE8B3B-3156-70F7-25D1-B2FFAA374DEB}"/>
          </ac:picMkLst>
        </pc:picChg>
      </pc:sldChg>
      <pc:sldChg chg="addSp delSp modSp add mod modNotesTx">
        <pc:chgData name="FREITAS Paulo" userId="3c12b39a-d365-4fcf-880b-102c81e2cdb9" providerId="ADAL" clId="{39995C84-9BA4-455A-913E-68A83670C355}" dt="2026-09-05T18:05:27.876" v="9330" actId="20577"/>
        <pc:sldMkLst>
          <pc:docMk/>
          <pc:sldMk cId="488020529" sldId="325"/>
        </pc:sldMkLst>
        <pc:spChg chg="mod">
          <ac:chgData name="FREITAS Paulo" userId="3c12b39a-d365-4fcf-880b-102c81e2cdb9" providerId="ADAL" clId="{39995C84-9BA4-455A-913E-68A83670C355}" dt="2026-09-05T18:05:27.876" v="9330" actId="20577"/>
          <ac:spMkLst>
            <pc:docMk/>
            <pc:sldMk cId="488020529" sldId="325"/>
            <ac:spMk id="7" creationId="{EC388CB8-8972-61A9-26B4-25D1ADC884FF}"/>
          </ac:spMkLst>
        </pc:spChg>
        <pc:picChg chg="add">
          <ac:chgData name="FREITAS Paulo" userId="3c12b39a-d365-4fcf-880b-102c81e2cdb9" providerId="ADAL" clId="{39995C84-9BA4-455A-913E-68A83670C355}" dt="2026-09-05T17:32:17.729" v="9141" actId="22"/>
          <ac:picMkLst>
            <pc:docMk/>
            <pc:sldMk cId="488020529" sldId="325"/>
            <ac:picMk id="4" creationId="{010E084E-1CCF-D779-499B-F56D0A083A2A}"/>
          </ac:picMkLst>
        </pc:picChg>
        <pc:picChg chg="del">
          <ac:chgData name="FREITAS Paulo" userId="3c12b39a-d365-4fcf-880b-102c81e2cdb9" providerId="ADAL" clId="{39995C84-9BA4-455A-913E-68A83670C355}" dt="2026-09-05T17:32:17.157" v="9140" actId="478"/>
          <ac:picMkLst>
            <pc:docMk/>
            <pc:sldMk cId="488020529" sldId="325"/>
            <ac:picMk id="5" creationId="{CFD2EC92-E835-FABE-2AEC-50D8B05D51FC}"/>
          </ac:picMkLst>
        </pc:picChg>
      </pc:sldChg>
      <pc:sldChg chg="addSp delSp modSp add mod">
        <pc:chgData name="FREITAS Paulo" userId="3c12b39a-d365-4fcf-880b-102c81e2cdb9" providerId="ADAL" clId="{39995C84-9BA4-455A-913E-68A83670C355}" dt="2026-09-05T18:52:53.377" v="9674" actId="20577"/>
        <pc:sldMkLst>
          <pc:docMk/>
          <pc:sldMk cId="886705984" sldId="326"/>
        </pc:sldMkLst>
        <pc:spChg chg="mod">
          <ac:chgData name="FREITAS Paulo" userId="3c12b39a-d365-4fcf-880b-102c81e2cdb9" providerId="ADAL" clId="{39995C84-9BA4-455A-913E-68A83670C355}" dt="2026-09-05T18:13:20.621" v="9582" actId="21"/>
          <ac:spMkLst>
            <pc:docMk/>
            <pc:sldMk cId="886705984" sldId="326"/>
            <ac:spMk id="7" creationId="{7D4DEFC5-2077-409A-AA26-C012A1131516}"/>
          </ac:spMkLst>
        </pc:spChg>
        <pc:spChg chg="mod">
          <ac:chgData name="FREITAS Paulo" userId="3c12b39a-d365-4fcf-880b-102c81e2cdb9" providerId="ADAL" clId="{39995C84-9BA4-455A-913E-68A83670C355}" dt="2026-09-05T18:52:53.377" v="9674" actId="20577"/>
          <ac:spMkLst>
            <pc:docMk/>
            <pc:sldMk cId="886705984" sldId="326"/>
            <ac:spMk id="10" creationId="{555D17E6-541D-9B43-1570-7FB36638D9D5}"/>
          </ac:spMkLst>
        </pc:spChg>
        <pc:picChg chg="del">
          <ac:chgData name="FREITAS Paulo" userId="3c12b39a-d365-4fcf-880b-102c81e2cdb9" providerId="ADAL" clId="{39995C84-9BA4-455A-913E-68A83670C355}" dt="2026-09-05T18:07:36.821" v="9333" actId="478"/>
          <ac:picMkLst>
            <pc:docMk/>
            <pc:sldMk cId="886705984" sldId="326"/>
            <ac:picMk id="2" creationId="{6A91D2EF-AEB7-69A9-51B5-AB2D56F4D049}"/>
          </ac:picMkLst>
        </pc:picChg>
        <pc:picChg chg="add mod">
          <ac:chgData name="FREITAS Paulo" userId="3c12b39a-d365-4fcf-880b-102c81e2cdb9" providerId="ADAL" clId="{39995C84-9BA4-455A-913E-68A83670C355}" dt="2026-09-05T18:08:01.771" v="9401" actId="1038"/>
          <ac:picMkLst>
            <pc:docMk/>
            <pc:sldMk cId="886705984" sldId="326"/>
            <ac:picMk id="5" creationId="{A95245FF-9FFF-8F28-9D71-EB9D6C5E92E0}"/>
          </ac:picMkLst>
        </pc:picChg>
        <pc:picChg chg="add mod">
          <ac:chgData name="FREITAS Paulo" userId="3c12b39a-d365-4fcf-880b-102c81e2cdb9" providerId="ADAL" clId="{39995C84-9BA4-455A-913E-68A83670C355}" dt="2026-09-05T18:08:26.178" v="9443" actId="1036"/>
          <ac:picMkLst>
            <pc:docMk/>
            <pc:sldMk cId="886705984" sldId="326"/>
            <ac:picMk id="6" creationId="{C5AA8BBB-8151-7D5D-A02B-CE46C3078E4B}"/>
          </ac:picMkLst>
        </pc:picChg>
        <pc:picChg chg="del">
          <ac:chgData name="FREITAS Paulo" userId="3c12b39a-d365-4fcf-880b-102c81e2cdb9" providerId="ADAL" clId="{39995C84-9BA4-455A-913E-68A83670C355}" dt="2026-09-05T18:07:37.964" v="9334" actId="478"/>
          <ac:picMkLst>
            <pc:docMk/>
            <pc:sldMk cId="886705984" sldId="326"/>
            <ac:picMk id="9" creationId="{39D6C565-B530-E146-CA5E-97EA16E26812}"/>
          </ac:picMkLst>
        </pc:picChg>
      </pc:sldChg>
      <pc:sldChg chg="addSp delSp modSp add mod modNotesTx">
        <pc:chgData name="FREITAS Paulo" userId="3c12b39a-d365-4fcf-880b-102c81e2cdb9" providerId="ADAL" clId="{39995C84-9BA4-455A-913E-68A83670C355}" dt="2026-09-05T19:00:34.043" v="9925" actId="6549"/>
        <pc:sldMkLst>
          <pc:docMk/>
          <pc:sldMk cId="2173157351" sldId="327"/>
        </pc:sldMkLst>
        <pc:spChg chg="mod">
          <ac:chgData name="FREITAS Paulo" userId="3c12b39a-d365-4fcf-880b-102c81e2cdb9" providerId="ADAL" clId="{39995C84-9BA4-455A-913E-68A83670C355}" dt="2026-09-05T19:00:34.043" v="9925" actId="6549"/>
          <ac:spMkLst>
            <pc:docMk/>
            <pc:sldMk cId="2173157351" sldId="327"/>
            <ac:spMk id="7" creationId="{6521A228-07D8-5DDF-A3DB-663AB260C546}"/>
          </ac:spMkLst>
        </pc:spChg>
        <pc:picChg chg="add">
          <ac:chgData name="FREITAS Paulo" userId="3c12b39a-d365-4fcf-880b-102c81e2cdb9" providerId="ADAL" clId="{39995C84-9BA4-455A-913E-68A83670C355}" dt="2026-09-05T18:57:44.334" v="9822" actId="22"/>
          <ac:picMkLst>
            <pc:docMk/>
            <pc:sldMk cId="2173157351" sldId="327"/>
            <ac:picMk id="4" creationId="{5A08ACE0-1E19-1B3F-E4A6-FBBE7EEE0B8B}"/>
          </ac:picMkLst>
        </pc:picChg>
        <pc:picChg chg="del">
          <ac:chgData name="FREITAS Paulo" userId="3c12b39a-d365-4fcf-880b-102c81e2cdb9" providerId="ADAL" clId="{39995C84-9BA4-455A-913E-68A83670C355}" dt="2026-09-05T18:57:43.783" v="9821" actId="478"/>
          <ac:picMkLst>
            <pc:docMk/>
            <pc:sldMk cId="2173157351" sldId="327"/>
            <ac:picMk id="5" creationId="{A42ACC66-FFA3-1FF6-E96D-CD7179187460}"/>
          </ac:picMkLst>
        </pc:picChg>
      </pc:sldChg>
      <pc:sldChg chg="addSp delSp modSp add mod modNotesTx">
        <pc:chgData name="FREITAS Paulo" userId="3c12b39a-d365-4fcf-880b-102c81e2cdb9" providerId="ADAL" clId="{39995C84-9BA4-455A-913E-68A83670C355}" dt="2026-09-05T19:15:42.766" v="10274" actId="113"/>
        <pc:sldMkLst>
          <pc:docMk/>
          <pc:sldMk cId="2555426127" sldId="328"/>
        </pc:sldMkLst>
        <pc:spChg chg="mod">
          <ac:chgData name="FREITAS Paulo" userId="3c12b39a-d365-4fcf-880b-102c81e2cdb9" providerId="ADAL" clId="{39995C84-9BA4-455A-913E-68A83670C355}" dt="2026-09-05T19:14:40.343" v="10223" actId="113"/>
          <ac:spMkLst>
            <pc:docMk/>
            <pc:sldMk cId="2555426127" sldId="328"/>
            <ac:spMk id="7" creationId="{355A90AB-703C-5896-E033-D9E85A7396BE}"/>
          </ac:spMkLst>
        </pc:spChg>
        <pc:picChg chg="del">
          <ac:chgData name="FREITAS Paulo" userId="3c12b39a-d365-4fcf-880b-102c81e2cdb9" providerId="ADAL" clId="{39995C84-9BA4-455A-913E-68A83670C355}" dt="2026-09-05T18:57:47.825" v="9823" actId="478"/>
          <ac:picMkLst>
            <pc:docMk/>
            <pc:sldMk cId="2555426127" sldId="328"/>
            <ac:picMk id="4" creationId="{2FDAA600-173D-E09D-87EE-5237CF529680}"/>
          </ac:picMkLst>
        </pc:picChg>
        <pc:picChg chg="add">
          <ac:chgData name="FREITAS Paulo" userId="3c12b39a-d365-4fcf-880b-102c81e2cdb9" providerId="ADAL" clId="{39995C84-9BA4-455A-913E-68A83670C355}" dt="2026-09-05T18:57:48.408" v="9824" actId="22"/>
          <ac:picMkLst>
            <pc:docMk/>
            <pc:sldMk cId="2555426127" sldId="328"/>
            <ac:picMk id="5" creationId="{95FBA90C-950F-11C2-1FBD-F5C45A642A26}"/>
          </ac:picMkLst>
        </pc:picChg>
      </pc:sldChg>
      <pc:sldChg chg="addSp delSp modSp add mod modNotesTx">
        <pc:chgData name="FREITAS Paulo" userId="3c12b39a-d365-4fcf-880b-102c81e2cdb9" providerId="ADAL" clId="{39995C84-9BA4-455A-913E-68A83670C355}" dt="2026-09-05T19:26:05.859" v="10416" actId="20577"/>
        <pc:sldMkLst>
          <pc:docMk/>
          <pc:sldMk cId="3043613253" sldId="329"/>
        </pc:sldMkLst>
        <pc:spChg chg="mod">
          <ac:chgData name="FREITAS Paulo" userId="3c12b39a-d365-4fcf-880b-102c81e2cdb9" providerId="ADAL" clId="{39995C84-9BA4-455A-913E-68A83670C355}" dt="2026-09-05T19:19:14.045" v="10333" actId="113"/>
          <ac:spMkLst>
            <pc:docMk/>
            <pc:sldMk cId="3043613253" sldId="329"/>
            <ac:spMk id="7" creationId="{FB8A3C4E-B790-0475-0831-1BAFD04863F6}"/>
          </ac:spMkLst>
        </pc:spChg>
        <pc:picChg chg="del">
          <ac:chgData name="FREITAS Paulo" userId="3c12b39a-d365-4fcf-880b-102c81e2cdb9" providerId="ADAL" clId="{39995C84-9BA4-455A-913E-68A83670C355}" dt="2026-09-05T18:57:52.881" v="9825" actId="478"/>
          <ac:picMkLst>
            <pc:docMk/>
            <pc:sldMk cId="3043613253" sldId="329"/>
            <ac:picMk id="4" creationId="{DD715943-B6D5-4F0F-3C3A-A1C1C23B0121}"/>
          </ac:picMkLst>
        </pc:picChg>
        <pc:picChg chg="add">
          <ac:chgData name="FREITAS Paulo" userId="3c12b39a-d365-4fcf-880b-102c81e2cdb9" providerId="ADAL" clId="{39995C84-9BA4-455A-913E-68A83670C355}" dt="2026-09-05T18:57:53.435" v="9826" actId="22"/>
          <ac:picMkLst>
            <pc:docMk/>
            <pc:sldMk cId="3043613253" sldId="329"/>
            <ac:picMk id="5" creationId="{B71D5D01-3596-FA74-910A-F967A8E22364}"/>
          </ac:picMkLst>
        </pc:picChg>
      </pc:sldChg>
      <pc:sldChg chg="addSp delSp modSp add mod">
        <pc:chgData name="FREITAS Paulo" userId="3c12b39a-d365-4fcf-880b-102c81e2cdb9" providerId="ADAL" clId="{39995C84-9BA4-455A-913E-68A83670C355}" dt="2026-09-05T19:37:29.275" v="10617" actId="113"/>
        <pc:sldMkLst>
          <pc:docMk/>
          <pc:sldMk cId="1928684367" sldId="330"/>
        </pc:sldMkLst>
        <pc:spChg chg="mod">
          <ac:chgData name="FREITAS Paulo" userId="3c12b39a-d365-4fcf-880b-102c81e2cdb9" providerId="ADAL" clId="{39995C84-9BA4-455A-913E-68A83670C355}" dt="2026-09-05T19:36:50.412" v="10552" actId="21"/>
          <ac:spMkLst>
            <pc:docMk/>
            <pc:sldMk cId="1928684367" sldId="330"/>
            <ac:spMk id="7" creationId="{23D8E1B7-DCA4-0587-817B-35D39E8EE334}"/>
          </ac:spMkLst>
        </pc:spChg>
        <pc:spChg chg="mod">
          <ac:chgData name="FREITAS Paulo" userId="3c12b39a-d365-4fcf-880b-102c81e2cdb9" providerId="ADAL" clId="{39995C84-9BA4-455A-913E-68A83670C355}" dt="2026-09-05T19:37:29.275" v="10617" actId="113"/>
          <ac:spMkLst>
            <pc:docMk/>
            <pc:sldMk cId="1928684367" sldId="330"/>
            <ac:spMk id="10" creationId="{DD5F9402-BC00-AD37-1A04-58893D9F84F2}"/>
          </ac:spMkLst>
        </pc:spChg>
        <pc:picChg chg="add mod">
          <ac:chgData name="FREITAS Paulo" userId="3c12b39a-d365-4fcf-880b-102c81e2cdb9" providerId="ADAL" clId="{39995C84-9BA4-455A-913E-68A83670C355}" dt="2026-09-05T19:32:24.724" v="10470" actId="1038"/>
          <ac:picMkLst>
            <pc:docMk/>
            <pc:sldMk cId="1928684367" sldId="330"/>
            <ac:picMk id="4" creationId="{29246E57-7125-4A3F-4BDF-1AB5968FC6B6}"/>
          </ac:picMkLst>
        </pc:picChg>
        <pc:picChg chg="del">
          <ac:chgData name="FREITAS Paulo" userId="3c12b39a-d365-4fcf-880b-102c81e2cdb9" providerId="ADAL" clId="{39995C84-9BA4-455A-913E-68A83670C355}" dt="2026-09-05T19:32:02.375" v="10440" actId="478"/>
          <ac:picMkLst>
            <pc:docMk/>
            <pc:sldMk cId="1928684367" sldId="330"/>
            <ac:picMk id="5" creationId="{D6666A64-DC4F-A9A3-EA79-6FFF3D37B0B7}"/>
          </ac:picMkLst>
        </pc:picChg>
        <pc:picChg chg="del">
          <ac:chgData name="FREITAS Paulo" userId="3c12b39a-d365-4fcf-880b-102c81e2cdb9" providerId="ADAL" clId="{39995C84-9BA4-455A-913E-68A83670C355}" dt="2026-09-05T19:31:35.430" v="10418" actId="478"/>
          <ac:picMkLst>
            <pc:docMk/>
            <pc:sldMk cId="1928684367" sldId="330"/>
            <ac:picMk id="6" creationId="{1C1C99A4-8D11-69F2-9002-4CE53007BB41}"/>
          </ac:picMkLst>
        </pc:picChg>
        <pc:picChg chg="add mod">
          <ac:chgData name="FREITAS Paulo" userId="3c12b39a-d365-4fcf-880b-102c81e2cdb9" providerId="ADAL" clId="{39995C84-9BA4-455A-913E-68A83670C355}" dt="2026-09-05T19:37:18.172" v="10616" actId="1036"/>
          <ac:picMkLst>
            <pc:docMk/>
            <pc:sldMk cId="1928684367" sldId="330"/>
            <ac:picMk id="9" creationId="{AB4DD6AB-23A6-D3C1-2373-BB18DC32EC61}"/>
          </ac:picMkLst>
        </pc:picChg>
      </pc:sldChg>
      <pc:sldChg chg="addSp delSp modSp add mod">
        <pc:chgData name="FREITAS Paulo" userId="3c12b39a-d365-4fcf-880b-102c81e2cdb9" providerId="ADAL" clId="{39995C84-9BA4-455A-913E-68A83670C355}" dt="2026-09-05T19:42:41.678" v="10743" actId="20577"/>
        <pc:sldMkLst>
          <pc:docMk/>
          <pc:sldMk cId="841176574" sldId="331"/>
        </pc:sldMkLst>
        <pc:spChg chg="mod">
          <ac:chgData name="FREITAS Paulo" userId="3c12b39a-d365-4fcf-880b-102c81e2cdb9" providerId="ADAL" clId="{39995C84-9BA4-455A-913E-68A83670C355}" dt="2026-09-05T19:42:41.678" v="10743" actId="20577"/>
          <ac:spMkLst>
            <pc:docMk/>
            <pc:sldMk cId="841176574" sldId="331"/>
            <ac:spMk id="7" creationId="{199D3901-BE9B-120A-607B-03FD1F1C9975}"/>
          </ac:spMkLst>
        </pc:spChg>
        <pc:picChg chg="del">
          <ac:chgData name="FREITAS Paulo" userId="3c12b39a-d365-4fcf-880b-102c81e2cdb9" providerId="ADAL" clId="{39995C84-9BA4-455A-913E-68A83670C355}" dt="2026-09-05T19:37:47.773" v="10619" actId="478"/>
          <ac:picMkLst>
            <pc:docMk/>
            <pc:sldMk cId="841176574" sldId="331"/>
            <ac:picMk id="4" creationId="{F7348E36-C588-7CD9-3B9C-70B840A77308}"/>
          </ac:picMkLst>
        </pc:picChg>
        <pc:picChg chg="add">
          <ac:chgData name="FREITAS Paulo" userId="3c12b39a-d365-4fcf-880b-102c81e2cdb9" providerId="ADAL" clId="{39995C84-9BA4-455A-913E-68A83670C355}" dt="2026-09-05T19:37:48.611" v="10620" actId="22"/>
          <ac:picMkLst>
            <pc:docMk/>
            <pc:sldMk cId="841176574" sldId="331"/>
            <ac:picMk id="5" creationId="{3C47C37D-C93B-F7AF-9C4F-0DFD63E7D9A6}"/>
          </ac:picMkLst>
        </pc:picChg>
      </pc:sldChg>
      <pc:sldChg chg="addSp delSp modSp add mod modNotesTx">
        <pc:chgData name="FREITAS Paulo" userId="3c12b39a-d365-4fcf-880b-102c81e2cdb9" providerId="ADAL" clId="{39995C84-9BA4-455A-913E-68A83670C355}" dt="2026-09-05T19:48:22.696" v="10839" actId="20577"/>
        <pc:sldMkLst>
          <pc:docMk/>
          <pc:sldMk cId="1148204773" sldId="332"/>
        </pc:sldMkLst>
        <pc:spChg chg="mod">
          <ac:chgData name="FREITAS Paulo" userId="3c12b39a-d365-4fcf-880b-102c81e2cdb9" providerId="ADAL" clId="{39995C84-9BA4-455A-913E-68A83670C355}" dt="2026-09-05T19:48:22.696" v="10839" actId="20577"/>
          <ac:spMkLst>
            <pc:docMk/>
            <pc:sldMk cId="1148204773" sldId="332"/>
            <ac:spMk id="7" creationId="{969E8FEA-983B-1DB0-5D85-D00CEFAD7183}"/>
          </ac:spMkLst>
        </pc:spChg>
        <pc:picChg chg="add">
          <ac:chgData name="FREITAS Paulo" userId="3c12b39a-d365-4fcf-880b-102c81e2cdb9" providerId="ADAL" clId="{39995C84-9BA4-455A-913E-68A83670C355}" dt="2026-09-05T19:37:53.653" v="10622" actId="22"/>
          <ac:picMkLst>
            <pc:docMk/>
            <pc:sldMk cId="1148204773" sldId="332"/>
            <ac:picMk id="4" creationId="{0FA4B536-7755-E5CA-4322-7359B87914FD}"/>
          </ac:picMkLst>
        </pc:picChg>
        <pc:picChg chg="del">
          <ac:chgData name="FREITAS Paulo" userId="3c12b39a-d365-4fcf-880b-102c81e2cdb9" providerId="ADAL" clId="{39995C84-9BA4-455A-913E-68A83670C355}" dt="2026-09-05T19:37:52.818" v="10621" actId="478"/>
          <ac:picMkLst>
            <pc:docMk/>
            <pc:sldMk cId="1148204773" sldId="332"/>
            <ac:picMk id="5" creationId="{3035662E-FD3F-C1EC-5F4C-E8909DE2767E}"/>
          </ac:picMkLst>
        </pc:picChg>
      </pc:sldChg>
      <pc:sldChg chg="addSp delSp modSp add mod modNotesTx">
        <pc:chgData name="FREITAS Paulo" userId="3c12b39a-d365-4fcf-880b-102c81e2cdb9" providerId="ADAL" clId="{39995C84-9BA4-455A-913E-68A83670C355}" dt="2026-09-05T19:51:21.476" v="10871" actId="20577"/>
        <pc:sldMkLst>
          <pc:docMk/>
          <pc:sldMk cId="592910245" sldId="333"/>
        </pc:sldMkLst>
        <pc:spChg chg="mod">
          <ac:chgData name="FREITAS Paulo" userId="3c12b39a-d365-4fcf-880b-102c81e2cdb9" providerId="ADAL" clId="{39995C84-9BA4-455A-913E-68A83670C355}" dt="2026-09-05T19:50:31.687" v="10866" actId="20577"/>
          <ac:spMkLst>
            <pc:docMk/>
            <pc:sldMk cId="592910245" sldId="333"/>
            <ac:spMk id="7" creationId="{98D032F1-6302-AF32-B138-047E4419B69C}"/>
          </ac:spMkLst>
        </pc:spChg>
        <pc:picChg chg="add">
          <ac:chgData name="FREITAS Paulo" userId="3c12b39a-d365-4fcf-880b-102c81e2cdb9" providerId="ADAL" clId="{39995C84-9BA4-455A-913E-68A83670C355}" dt="2026-09-05T19:37:58.723" v="10624" actId="22"/>
          <ac:picMkLst>
            <pc:docMk/>
            <pc:sldMk cId="592910245" sldId="333"/>
            <ac:picMk id="4" creationId="{65F68BAD-70F7-4A33-430F-659A6788498A}"/>
          </ac:picMkLst>
        </pc:picChg>
        <pc:picChg chg="del">
          <ac:chgData name="FREITAS Paulo" userId="3c12b39a-d365-4fcf-880b-102c81e2cdb9" providerId="ADAL" clId="{39995C84-9BA4-455A-913E-68A83670C355}" dt="2026-09-05T19:37:58.056" v="10623" actId="478"/>
          <ac:picMkLst>
            <pc:docMk/>
            <pc:sldMk cId="592910245" sldId="333"/>
            <ac:picMk id="5" creationId="{42BDBDAE-C39E-1735-B746-7C667E6F4179}"/>
          </ac:picMkLst>
        </pc:picChg>
      </pc:sldChg>
      <pc:sldChg chg="addSp delSp modSp add mod modNotesTx">
        <pc:chgData name="FREITAS Paulo" userId="3c12b39a-d365-4fcf-880b-102c81e2cdb9" providerId="ADAL" clId="{39995C84-9BA4-455A-913E-68A83670C355}" dt="2026-09-05T20:59:27.723" v="11380" actId="14100"/>
        <pc:sldMkLst>
          <pc:docMk/>
          <pc:sldMk cId="1903653304" sldId="334"/>
        </pc:sldMkLst>
        <pc:spChg chg="mod">
          <ac:chgData name="FREITAS Paulo" userId="3c12b39a-d365-4fcf-880b-102c81e2cdb9" providerId="ADAL" clId="{39995C84-9BA4-455A-913E-68A83670C355}" dt="2026-09-05T20:49:28.897" v="11191" actId="122"/>
          <ac:spMkLst>
            <pc:docMk/>
            <pc:sldMk cId="1903653304" sldId="334"/>
            <ac:spMk id="3" creationId="{ADB29953-1E29-99E6-47FB-88F57A928740}"/>
          </ac:spMkLst>
        </pc:spChg>
        <pc:spChg chg="del">
          <ac:chgData name="FREITAS Paulo" userId="3c12b39a-d365-4fcf-880b-102c81e2cdb9" providerId="ADAL" clId="{39995C84-9BA4-455A-913E-68A83670C355}" dt="2026-09-05T20:51:52.648" v="11226" actId="478"/>
          <ac:spMkLst>
            <pc:docMk/>
            <pc:sldMk cId="1903653304" sldId="334"/>
            <ac:spMk id="7" creationId="{BF432CCA-A2B6-29F0-69A6-37EEF9650EC8}"/>
          </ac:spMkLst>
        </pc:spChg>
        <pc:graphicFrameChg chg="add mod">
          <ac:chgData name="FREITAS Paulo" userId="3c12b39a-d365-4fcf-880b-102c81e2cdb9" providerId="ADAL" clId="{39995C84-9BA4-455A-913E-68A83670C355}" dt="2026-09-05T20:53:35.962" v="11271" actId="1035"/>
          <ac:graphicFrameMkLst>
            <pc:docMk/>
            <pc:sldMk cId="1903653304" sldId="334"/>
            <ac:graphicFrameMk id="2" creationId="{9E3C0E5C-C430-419A-D8EA-8B2F11695DD0}"/>
          </ac:graphicFrameMkLst>
        </pc:graphicFrameChg>
        <pc:graphicFrameChg chg="add mod modGraphic">
          <ac:chgData name="FREITAS Paulo" userId="3c12b39a-d365-4fcf-880b-102c81e2cdb9" providerId="ADAL" clId="{39995C84-9BA4-455A-913E-68A83670C355}" dt="2026-09-05T20:54:29.224" v="11288" actId="20577"/>
          <ac:graphicFrameMkLst>
            <pc:docMk/>
            <pc:sldMk cId="1903653304" sldId="334"/>
            <ac:graphicFrameMk id="5" creationId="{7461FE3A-2564-F4F7-A57C-64BA4C98756C}"/>
          </ac:graphicFrameMkLst>
        </pc:graphicFrameChg>
        <pc:picChg chg="del">
          <ac:chgData name="FREITAS Paulo" userId="3c12b39a-d365-4fcf-880b-102c81e2cdb9" providerId="ADAL" clId="{39995C84-9BA4-455A-913E-68A83670C355}" dt="2026-09-05T20:49:42.094" v="11192" actId="478"/>
          <ac:picMkLst>
            <pc:docMk/>
            <pc:sldMk cId="1903653304" sldId="334"/>
            <ac:picMk id="4" creationId="{653C7DDB-E0B4-FFE6-AF86-146989B835FE}"/>
          </ac:picMkLst>
        </pc:picChg>
        <pc:picChg chg="add mod">
          <ac:chgData name="FREITAS Paulo" userId="3c12b39a-d365-4fcf-880b-102c81e2cdb9" providerId="ADAL" clId="{39995C84-9BA4-455A-913E-68A83670C355}" dt="2026-09-05T20:59:27.723" v="11380" actId="14100"/>
          <ac:picMkLst>
            <pc:docMk/>
            <pc:sldMk cId="1903653304" sldId="334"/>
            <ac:picMk id="8" creationId="{94C7B1F9-9CE5-A7EA-DAAE-32A1502AD7AB}"/>
          </ac:picMkLst>
        </pc:picChg>
      </pc:sldChg>
      <pc:sldChg chg="addSp delSp modSp add mod modNotesTx">
        <pc:chgData name="FREITAS Paulo" userId="3c12b39a-d365-4fcf-880b-102c81e2cdb9" providerId="ADAL" clId="{39995C84-9BA4-455A-913E-68A83670C355}" dt="2026-09-06T14:04:57.237" v="11917" actId="6549"/>
        <pc:sldMkLst>
          <pc:docMk/>
          <pc:sldMk cId="2883758019" sldId="335"/>
        </pc:sldMkLst>
        <pc:spChg chg="mod">
          <ac:chgData name="FREITAS Paulo" userId="3c12b39a-d365-4fcf-880b-102c81e2cdb9" providerId="ADAL" clId="{39995C84-9BA4-455A-913E-68A83670C355}" dt="2026-09-05T21:09:43.336" v="11551" actId="255"/>
          <ac:spMkLst>
            <pc:docMk/>
            <pc:sldMk cId="2883758019" sldId="335"/>
            <ac:spMk id="3" creationId="{F2FF926D-282F-F490-73C6-0E95E94FB4D3}"/>
          </ac:spMkLst>
        </pc:spChg>
        <pc:spChg chg="mod">
          <ac:chgData name="FREITAS Paulo" userId="3c12b39a-d365-4fcf-880b-102c81e2cdb9" providerId="ADAL" clId="{39995C84-9BA4-455A-913E-68A83670C355}" dt="2026-09-05T21:19:44.934" v="11618" actId="20577"/>
          <ac:spMkLst>
            <pc:docMk/>
            <pc:sldMk cId="2883758019" sldId="335"/>
            <ac:spMk id="7" creationId="{13B5ED17-FADC-CCA6-3263-43ED8E4E7E1F}"/>
          </ac:spMkLst>
        </pc:spChg>
        <pc:picChg chg="del">
          <ac:chgData name="FREITAS Paulo" userId="3c12b39a-d365-4fcf-880b-102c81e2cdb9" providerId="ADAL" clId="{39995C84-9BA4-455A-913E-68A83670C355}" dt="2026-09-05T21:10:44.978" v="11552" actId="478"/>
          <ac:picMkLst>
            <pc:docMk/>
            <pc:sldMk cId="2883758019" sldId="335"/>
            <ac:picMk id="4" creationId="{77CB077D-57DB-44A8-F839-D1D2B6901B44}"/>
          </ac:picMkLst>
        </pc:picChg>
        <pc:picChg chg="add">
          <ac:chgData name="FREITAS Paulo" userId="3c12b39a-d365-4fcf-880b-102c81e2cdb9" providerId="ADAL" clId="{39995C84-9BA4-455A-913E-68A83670C355}" dt="2026-09-05T21:00:22.672" v="11382" actId="22"/>
          <ac:picMkLst>
            <pc:docMk/>
            <pc:sldMk cId="2883758019" sldId="335"/>
            <ac:picMk id="5" creationId="{31667234-FF84-998C-8F77-5D0013AC8C76}"/>
          </ac:picMkLst>
        </pc:picChg>
        <pc:picChg chg="add mod">
          <ac:chgData name="FREITAS Paulo" userId="3c12b39a-d365-4fcf-880b-102c81e2cdb9" providerId="ADAL" clId="{39995C84-9BA4-455A-913E-68A83670C355}" dt="2026-09-05T21:10:50.346" v="11582" actId="1038"/>
          <ac:picMkLst>
            <pc:docMk/>
            <pc:sldMk cId="2883758019" sldId="335"/>
            <ac:picMk id="8" creationId="{C46CDEC0-9770-CE6B-AC20-7949DB6262A0}"/>
          </ac:picMkLst>
        </pc:picChg>
      </pc:sldChg>
      <pc:sldChg chg="addSp delSp modSp add mod modNotesTx">
        <pc:chgData name="FREITAS Paulo" userId="3c12b39a-d365-4fcf-880b-102c81e2cdb9" providerId="ADAL" clId="{39995C84-9BA4-455A-913E-68A83670C355}" dt="2026-09-06T16:16:52.807" v="12285" actId="1037"/>
        <pc:sldMkLst>
          <pc:docMk/>
          <pc:sldMk cId="408449379" sldId="336"/>
        </pc:sldMkLst>
        <pc:spChg chg="mod">
          <ac:chgData name="FREITAS Paulo" userId="3c12b39a-d365-4fcf-880b-102c81e2cdb9" providerId="ADAL" clId="{39995C84-9BA4-455A-913E-68A83670C355}" dt="2026-09-06T13:56:54.649" v="11640" actId="20577"/>
          <ac:spMkLst>
            <pc:docMk/>
            <pc:sldMk cId="408449379" sldId="336"/>
            <ac:spMk id="3" creationId="{5A93267C-01FD-8CDF-015E-4CA915877EB2}"/>
          </ac:spMkLst>
        </pc:spChg>
        <pc:spChg chg="add del mod">
          <ac:chgData name="FREITAS Paulo" userId="3c12b39a-d365-4fcf-880b-102c81e2cdb9" providerId="ADAL" clId="{39995C84-9BA4-455A-913E-68A83670C355}" dt="2026-09-06T13:59:32.541" v="11707"/>
          <ac:spMkLst>
            <pc:docMk/>
            <pc:sldMk cId="408449379" sldId="336"/>
            <ac:spMk id="6" creationId="{4B13E082-D1E3-CB3F-FFDD-951835AD0C9D}"/>
          </ac:spMkLst>
        </pc:spChg>
        <pc:spChg chg="add mod">
          <ac:chgData name="FREITAS Paulo" userId="3c12b39a-d365-4fcf-880b-102c81e2cdb9" providerId="ADAL" clId="{39995C84-9BA4-455A-913E-68A83670C355}" dt="2026-09-06T16:16:52.807" v="12285" actId="1037"/>
          <ac:spMkLst>
            <pc:docMk/>
            <pc:sldMk cId="408449379" sldId="336"/>
            <ac:spMk id="9" creationId="{38CA358A-8E68-BB05-89BC-AFC8CBC369DC}"/>
          </ac:spMkLst>
        </pc:spChg>
        <pc:graphicFrameChg chg="add mod modGraphic">
          <ac:chgData name="FREITAS Paulo" userId="3c12b39a-d365-4fcf-880b-102c81e2cdb9" providerId="ADAL" clId="{39995C84-9BA4-455A-913E-68A83670C355}" dt="2026-09-06T14:04:23.877" v="11916" actId="113"/>
          <ac:graphicFrameMkLst>
            <pc:docMk/>
            <pc:sldMk cId="408449379" sldId="336"/>
            <ac:graphicFrameMk id="4" creationId="{B99A89A9-F6EA-8074-8D87-86F44ED0A058}"/>
          </ac:graphicFrameMkLst>
        </pc:graphicFrameChg>
        <pc:graphicFrameChg chg="del">
          <ac:chgData name="FREITAS Paulo" userId="3c12b39a-d365-4fcf-880b-102c81e2cdb9" providerId="ADAL" clId="{39995C84-9BA4-455A-913E-68A83670C355}" dt="2026-09-06T13:57:08.054" v="11641" actId="478"/>
          <ac:graphicFrameMkLst>
            <pc:docMk/>
            <pc:sldMk cId="408449379" sldId="336"/>
            <ac:graphicFrameMk id="5" creationId="{62A9C9AB-C5AE-3CE1-D451-3955AC2E9E64}"/>
          </ac:graphicFrameMkLst>
        </pc:graphicFrameChg>
        <pc:graphicFrameChg chg="add del mod modGraphic">
          <ac:chgData name="FREITAS Paulo" userId="3c12b39a-d365-4fcf-880b-102c81e2cdb9" providerId="ADAL" clId="{39995C84-9BA4-455A-913E-68A83670C355}" dt="2026-09-06T14:00:10.483" v="11713" actId="478"/>
          <ac:graphicFrameMkLst>
            <pc:docMk/>
            <pc:sldMk cId="408449379" sldId="336"/>
            <ac:graphicFrameMk id="7" creationId="{65F1EAB0-9038-CD16-8681-CC2CB3D69174}"/>
          </ac:graphicFrameMkLst>
        </pc:graphicFrameChg>
      </pc:sldChg>
      <pc:sldChg chg="addSp modSp new mod modClrScheme chgLayout">
        <pc:chgData name="FREITAS Paulo" userId="3c12b39a-d365-4fcf-880b-102c81e2cdb9" providerId="ADAL" clId="{39995C84-9BA4-455A-913E-68A83670C355}" dt="2026-09-06T14:41:41.872" v="11920" actId="26606"/>
        <pc:sldMkLst>
          <pc:docMk/>
          <pc:sldMk cId="3534354979" sldId="337"/>
        </pc:sldMkLst>
        <pc:picChg chg="add mod">
          <ac:chgData name="FREITAS Paulo" userId="3c12b39a-d365-4fcf-880b-102c81e2cdb9" providerId="ADAL" clId="{39995C84-9BA4-455A-913E-68A83670C355}" dt="2026-09-06T14:41:41.872" v="11920" actId="26606"/>
          <ac:picMkLst>
            <pc:docMk/>
            <pc:sldMk cId="3534354979" sldId="337"/>
            <ac:picMk id="3" creationId="{7F983FC6-FAF2-5487-FE20-A3171E4DDB3E}"/>
          </ac:picMkLst>
        </pc:picChg>
      </pc:sldChg>
      <pc:sldMasterChg chg="delSp mod">
        <pc:chgData name="FREITAS Paulo" userId="3c12b39a-d365-4fcf-880b-102c81e2cdb9" providerId="ADAL" clId="{39995C84-9BA4-455A-913E-68A83670C355}" dt="2026-08-29T22:17:48.638" v="27" actId="478"/>
        <pc:sldMasterMkLst>
          <pc:docMk/>
          <pc:sldMasterMk cId="1975500401"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9ED169-E4BA-4EA0-AB6C-2E68C3452D85}" type="datetimeFigureOut">
              <a:rPr lang="pt-BR" smtClean="0"/>
              <a:t>06/09/2026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A1F49F-5D93-46B8-A17D-DEAD6C160B38}" type="slidenum">
              <a:rPr lang="pt-BR" smtClean="0"/>
              <a:t>‹nº›</a:t>
            </a:fld>
            <a:endParaRPr lang="pt-BR"/>
          </a:p>
        </p:txBody>
      </p:sp>
    </p:spTree>
    <p:extLst>
      <p:ext uri="{BB962C8B-B14F-4D97-AF65-F5344CB8AC3E}">
        <p14:creationId xmlns:p14="http://schemas.microsoft.com/office/powerpoint/2010/main" val="1100559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95A1F49F-5D93-46B8-A17D-DEAD6C160B38}" type="slidenum">
              <a:rPr lang="pt-BR" smtClean="0"/>
              <a:t>8</a:t>
            </a:fld>
            <a:endParaRPr lang="pt-BR"/>
          </a:p>
        </p:txBody>
      </p:sp>
    </p:spTree>
    <p:extLst>
      <p:ext uri="{BB962C8B-B14F-4D97-AF65-F5344CB8AC3E}">
        <p14:creationId xmlns:p14="http://schemas.microsoft.com/office/powerpoint/2010/main" val="3760451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dirty="0"/>
              <a:t>CRUD</a:t>
            </a:r>
            <a:r>
              <a:rPr lang="pt-BR" dirty="0"/>
              <a:t>:</a:t>
            </a:r>
          </a:p>
          <a:p>
            <a:pPr lvl="0"/>
            <a:r>
              <a:rPr lang="pt-BR" sz="1200" b="1" u="none" strike="noStrike" kern="1200" dirty="0">
                <a:solidFill>
                  <a:schemeClr val="tx1"/>
                </a:solidFill>
                <a:effectLst/>
                <a:latin typeface="+mn-lt"/>
                <a:ea typeface="+mn-ea"/>
                <a:cs typeface="+mn-cs"/>
              </a:rPr>
              <a:t>C – </a:t>
            </a:r>
            <a:r>
              <a:rPr lang="pt-BR" sz="1200" b="1" u="none" strike="noStrike" kern="1200" dirty="0" err="1">
                <a:solidFill>
                  <a:schemeClr val="tx1"/>
                </a:solidFill>
                <a:effectLst/>
                <a:latin typeface="+mn-lt"/>
                <a:ea typeface="+mn-ea"/>
                <a:cs typeface="+mn-cs"/>
              </a:rPr>
              <a:t>Create</a:t>
            </a:r>
            <a:r>
              <a:rPr lang="pt-BR" sz="1200" b="1" u="none" strike="noStrike" kern="1200" dirty="0">
                <a:solidFill>
                  <a:schemeClr val="tx1"/>
                </a:solidFill>
                <a:effectLst/>
                <a:latin typeface="+mn-lt"/>
                <a:ea typeface="+mn-ea"/>
                <a:cs typeface="+mn-cs"/>
              </a:rPr>
              <a:t> (Criar / Inserir):</a:t>
            </a:r>
            <a:r>
              <a:rPr lang="pt-BR" sz="1200" b="0" u="none" strike="noStrike" kern="1200" dirty="0">
                <a:solidFill>
                  <a:schemeClr val="tx1"/>
                </a:solidFill>
                <a:effectLst/>
                <a:latin typeface="+mn-lt"/>
                <a:ea typeface="+mn-ea"/>
                <a:cs typeface="+mn-cs"/>
              </a:rPr>
              <a:t> adicionar novos registros ou dados ao sistema</a:t>
            </a:r>
          </a:p>
          <a:p>
            <a:pPr lvl="0"/>
            <a:r>
              <a:rPr lang="pt-BR" sz="1200" b="1" u="none" strike="noStrike" kern="1200" dirty="0">
                <a:solidFill>
                  <a:schemeClr val="tx1"/>
                </a:solidFill>
                <a:effectLst/>
                <a:latin typeface="+mn-lt"/>
                <a:ea typeface="+mn-ea"/>
                <a:cs typeface="+mn-cs"/>
              </a:rPr>
              <a:t>R – </a:t>
            </a:r>
            <a:r>
              <a:rPr lang="pt-BR" sz="1200" b="1" u="none" strike="noStrike" kern="1200" dirty="0" err="1">
                <a:solidFill>
                  <a:schemeClr val="tx1"/>
                </a:solidFill>
                <a:effectLst/>
                <a:latin typeface="+mn-lt"/>
                <a:ea typeface="+mn-ea"/>
                <a:cs typeface="+mn-cs"/>
              </a:rPr>
              <a:t>Read</a:t>
            </a:r>
            <a:r>
              <a:rPr lang="pt-BR" sz="1200" b="1" u="none" strike="noStrike" kern="1200" dirty="0">
                <a:solidFill>
                  <a:schemeClr val="tx1"/>
                </a:solidFill>
                <a:effectLst/>
                <a:latin typeface="+mn-lt"/>
                <a:ea typeface="+mn-ea"/>
                <a:cs typeface="+mn-cs"/>
              </a:rPr>
              <a:t> (Ler / Consultar):</a:t>
            </a:r>
            <a:r>
              <a:rPr lang="pt-BR" sz="1200" b="0" u="none" strike="noStrike" kern="1200" dirty="0">
                <a:solidFill>
                  <a:schemeClr val="tx1"/>
                </a:solidFill>
                <a:effectLst/>
                <a:latin typeface="+mn-lt"/>
                <a:ea typeface="+mn-ea"/>
                <a:cs typeface="+mn-cs"/>
              </a:rPr>
              <a:t> buscar e visualizar dados já armazenados</a:t>
            </a:r>
          </a:p>
          <a:p>
            <a:pPr lvl="0"/>
            <a:r>
              <a:rPr lang="pt-BR" sz="1200" b="1" u="none" strike="noStrike" kern="1200" dirty="0">
                <a:solidFill>
                  <a:schemeClr val="tx1"/>
                </a:solidFill>
                <a:effectLst/>
                <a:latin typeface="+mn-lt"/>
                <a:ea typeface="+mn-ea"/>
                <a:cs typeface="+mn-cs"/>
              </a:rPr>
              <a:t>U – Update (Atualizar / Modificar):</a:t>
            </a:r>
            <a:r>
              <a:rPr lang="pt-BR" sz="1200" b="0" u="none" strike="noStrike" kern="1200" dirty="0">
                <a:solidFill>
                  <a:schemeClr val="tx1"/>
                </a:solidFill>
                <a:effectLst/>
                <a:latin typeface="+mn-lt"/>
                <a:ea typeface="+mn-ea"/>
                <a:cs typeface="+mn-cs"/>
              </a:rPr>
              <a:t> alterar informações já existentes</a:t>
            </a:r>
          </a:p>
          <a:p>
            <a:pPr lvl="0"/>
            <a:r>
              <a:rPr lang="pt-BR" sz="1200" b="1" u="none" strike="noStrike" kern="1200" dirty="0">
                <a:solidFill>
                  <a:schemeClr val="tx1"/>
                </a:solidFill>
                <a:effectLst/>
                <a:latin typeface="+mn-lt"/>
                <a:ea typeface="+mn-ea"/>
                <a:cs typeface="+mn-cs"/>
              </a:rPr>
              <a:t>D – Delete (Excluir / Remover):</a:t>
            </a:r>
            <a:r>
              <a:rPr lang="pt-BR" sz="1200" b="0" u="none" strike="noStrike" kern="1200" dirty="0">
                <a:solidFill>
                  <a:schemeClr val="tx1"/>
                </a:solidFill>
                <a:effectLst/>
                <a:latin typeface="+mn-lt"/>
                <a:ea typeface="+mn-ea"/>
                <a:cs typeface="+mn-cs"/>
              </a:rPr>
              <a:t> apagar registros desnecessários</a:t>
            </a:r>
          </a:p>
        </p:txBody>
      </p:sp>
      <p:sp>
        <p:nvSpPr>
          <p:cNvPr id="4" name="Espaço Reservado para Número de Slide 3"/>
          <p:cNvSpPr>
            <a:spLocks noGrp="1"/>
          </p:cNvSpPr>
          <p:nvPr>
            <p:ph type="sldNum" sz="quarter" idx="5"/>
          </p:nvPr>
        </p:nvSpPr>
        <p:spPr/>
        <p:txBody>
          <a:bodyPr/>
          <a:lstStyle/>
          <a:p>
            <a:fld id="{95A1F49F-5D93-46B8-A17D-DEAD6C160B38}" type="slidenum">
              <a:rPr lang="pt-BR" smtClean="0"/>
              <a:t>22</a:t>
            </a:fld>
            <a:endParaRPr lang="pt-BR"/>
          </a:p>
        </p:txBody>
      </p:sp>
    </p:spTree>
    <p:extLst>
      <p:ext uri="{BB962C8B-B14F-4D97-AF65-F5344CB8AC3E}">
        <p14:creationId xmlns:p14="http://schemas.microsoft.com/office/powerpoint/2010/main" val="18931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B3350-3129-5540-4158-353F43C5FAE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9C00B76-2E39-EC6E-FB21-10C2D9DCCDC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0DF6024-A5CB-DF93-0F2B-D54CB473856B}"/>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782FF64A-9A71-AC31-FE52-367B5D39ED15}"/>
              </a:ext>
            </a:extLst>
          </p:cNvPr>
          <p:cNvSpPr>
            <a:spLocks noGrp="1"/>
          </p:cNvSpPr>
          <p:nvPr>
            <p:ph type="sldNum" sz="quarter" idx="5"/>
          </p:nvPr>
        </p:nvSpPr>
        <p:spPr/>
        <p:txBody>
          <a:bodyPr/>
          <a:lstStyle/>
          <a:p>
            <a:fld id="{95A1F49F-5D93-46B8-A17D-DEAD6C160B38}" type="slidenum">
              <a:rPr lang="pt-BR" smtClean="0"/>
              <a:t>23</a:t>
            </a:fld>
            <a:endParaRPr lang="pt-BR"/>
          </a:p>
        </p:txBody>
      </p:sp>
    </p:spTree>
    <p:extLst>
      <p:ext uri="{BB962C8B-B14F-4D97-AF65-F5344CB8AC3E}">
        <p14:creationId xmlns:p14="http://schemas.microsoft.com/office/powerpoint/2010/main" val="941981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escala </a:t>
            </a:r>
            <a:r>
              <a:rPr lang="pt-BR" b="1" dirty="0"/>
              <a:t>horizontal</a:t>
            </a:r>
            <a:r>
              <a:rPr lang="pt-BR" b="0" dirty="0"/>
              <a:t>: nova infraestrutura com os mesmos recursos alocados para cada unidade</a:t>
            </a:r>
          </a:p>
          <a:p>
            <a:r>
              <a:rPr lang="pt-BR" dirty="0"/>
              <a:t>escala </a:t>
            </a:r>
            <a:r>
              <a:rPr lang="pt-BR" b="1" dirty="0"/>
              <a:t>vertical</a:t>
            </a:r>
            <a:r>
              <a:rPr lang="pt-BR" b="0" dirty="0"/>
              <a:t>: aumento dos recursos da infraestrutura em uso</a:t>
            </a:r>
            <a:endParaRPr lang="pt-BR" dirty="0"/>
          </a:p>
        </p:txBody>
      </p:sp>
      <p:sp>
        <p:nvSpPr>
          <p:cNvPr id="4" name="Espaço Reservado para Número de Slide 3"/>
          <p:cNvSpPr>
            <a:spLocks noGrp="1"/>
          </p:cNvSpPr>
          <p:nvPr>
            <p:ph type="sldNum" sz="quarter" idx="5"/>
          </p:nvPr>
        </p:nvSpPr>
        <p:spPr/>
        <p:txBody>
          <a:bodyPr/>
          <a:lstStyle/>
          <a:p>
            <a:fld id="{95A1F49F-5D93-46B8-A17D-DEAD6C160B38}" type="slidenum">
              <a:rPr lang="pt-BR" smtClean="0"/>
              <a:t>24</a:t>
            </a:fld>
            <a:endParaRPr lang="pt-BR"/>
          </a:p>
        </p:txBody>
      </p:sp>
    </p:spTree>
    <p:extLst>
      <p:ext uri="{BB962C8B-B14F-4D97-AF65-F5344CB8AC3E}">
        <p14:creationId xmlns:p14="http://schemas.microsoft.com/office/powerpoint/2010/main" val="116710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85250-BA1C-404E-CC1F-F6C97CB3330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976BECA-D90F-792B-81DB-B776D96C63D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B4AC9C4-382C-DD7C-7FD9-5FC4858F8EF5}"/>
              </a:ext>
            </a:extLst>
          </p:cNvPr>
          <p:cNvSpPr>
            <a:spLocks noGrp="1"/>
          </p:cNvSpPr>
          <p:nvPr>
            <p:ph type="body" idx="1"/>
          </p:nvPr>
        </p:nvSpPr>
        <p:spPr/>
        <p:txBody>
          <a:bodyPr/>
          <a:lstStyle/>
          <a:p>
            <a:r>
              <a:rPr lang="pt-BR" sz="1200" b="1" u="none" strike="noStrike" kern="1200" dirty="0" err="1">
                <a:solidFill>
                  <a:schemeClr val="tx1"/>
                </a:solidFill>
                <a:effectLst/>
                <a:latin typeface="+mn-lt"/>
                <a:ea typeface="+mn-ea"/>
                <a:cs typeface="+mn-cs"/>
              </a:rPr>
              <a:t>Vendor</a:t>
            </a:r>
            <a:r>
              <a:rPr lang="pt-BR" sz="1200" b="1" u="none" strike="noStrike" kern="1200" dirty="0">
                <a:solidFill>
                  <a:schemeClr val="tx1"/>
                </a:solidFill>
                <a:effectLst/>
                <a:latin typeface="+mn-lt"/>
                <a:ea typeface="+mn-ea"/>
                <a:cs typeface="+mn-cs"/>
              </a:rPr>
              <a:t> </a:t>
            </a:r>
            <a:r>
              <a:rPr lang="pt-BR" sz="1200" b="1" u="none" strike="noStrike" kern="1200" dirty="0" err="1">
                <a:solidFill>
                  <a:schemeClr val="tx1"/>
                </a:solidFill>
                <a:effectLst/>
                <a:latin typeface="+mn-lt"/>
                <a:ea typeface="+mn-ea"/>
                <a:cs typeface="+mn-cs"/>
              </a:rPr>
              <a:t>lock</a:t>
            </a:r>
            <a:r>
              <a:rPr lang="pt-BR" sz="1200" b="1" u="none" strike="noStrike" kern="1200" dirty="0">
                <a:solidFill>
                  <a:schemeClr val="tx1"/>
                </a:solidFill>
                <a:effectLst/>
                <a:latin typeface="+mn-lt"/>
                <a:ea typeface="+mn-ea"/>
                <a:cs typeface="+mn-cs"/>
              </a:rPr>
              <a:t>-in</a:t>
            </a:r>
            <a:r>
              <a:rPr lang="pt-BR" dirty="0"/>
              <a:t> (aprisionamento tecnológico) </a:t>
            </a:r>
            <a:r>
              <a:rPr lang="pt-BR" dirty="0">
                <a:latin typeface="Calibri" panose="020F0502020204030204" pitchFamily="34" charset="0"/>
                <a:ea typeface="Calibri" panose="020F0502020204030204" pitchFamily="34" charset="0"/>
                <a:cs typeface="Calibri" panose="020F0502020204030204" pitchFamily="34" charset="0"/>
              </a:rPr>
              <a:t>≡</a:t>
            </a:r>
            <a:r>
              <a:rPr lang="pt-BR" dirty="0"/>
              <a:t> situação em que uma empresa ou pessoa se torna tão dependente de um único fornecedor de produto ou serviço que mudar para um concorrente se torna extremamente </a:t>
            </a:r>
            <a:r>
              <a:rPr lang="pt-BR" b="1" dirty="0"/>
              <a:t>difícil</a:t>
            </a:r>
            <a:r>
              <a:rPr lang="pt-BR" b="0" dirty="0"/>
              <a:t>,</a:t>
            </a:r>
            <a:r>
              <a:rPr lang="pt-BR" dirty="0"/>
              <a:t> </a:t>
            </a:r>
            <a:r>
              <a:rPr lang="pt-BR" b="1" dirty="0"/>
              <a:t>caro</a:t>
            </a:r>
            <a:r>
              <a:rPr lang="pt-BR" dirty="0"/>
              <a:t> ou </a:t>
            </a:r>
            <a:r>
              <a:rPr lang="pt-BR" b="1" dirty="0"/>
              <a:t>demorado</a:t>
            </a:r>
            <a:endParaRPr lang="pt-BR" sz="1200" b="1"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F71C2845-3B5B-0F3E-0A2D-4DD5AB521E14}"/>
              </a:ext>
            </a:extLst>
          </p:cNvPr>
          <p:cNvSpPr>
            <a:spLocks noGrp="1"/>
          </p:cNvSpPr>
          <p:nvPr>
            <p:ph type="sldNum" sz="quarter" idx="5"/>
          </p:nvPr>
        </p:nvSpPr>
        <p:spPr/>
        <p:txBody>
          <a:bodyPr/>
          <a:lstStyle/>
          <a:p>
            <a:fld id="{95A1F49F-5D93-46B8-A17D-DEAD6C160B38}" type="slidenum">
              <a:rPr lang="pt-BR" smtClean="0"/>
              <a:t>26</a:t>
            </a:fld>
            <a:endParaRPr lang="pt-BR"/>
          </a:p>
        </p:txBody>
      </p:sp>
    </p:spTree>
    <p:extLst>
      <p:ext uri="{BB962C8B-B14F-4D97-AF65-F5344CB8AC3E}">
        <p14:creationId xmlns:p14="http://schemas.microsoft.com/office/powerpoint/2010/main" val="4185167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C0FD6-6AB7-BBD4-B29F-293159992DB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F75CF76-5420-3609-C108-174C59FBA40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322F32E-2E6B-0DC4-1CFA-2A8E6792703E}"/>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F9384C55-9EED-4E73-DF96-78D709486CE8}"/>
              </a:ext>
            </a:extLst>
          </p:cNvPr>
          <p:cNvSpPr>
            <a:spLocks noGrp="1"/>
          </p:cNvSpPr>
          <p:nvPr>
            <p:ph type="sldNum" sz="quarter" idx="5"/>
          </p:nvPr>
        </p:nvSpPr>
        <p:spPr/>
        <p:txBody>
          <a:bodyPr/>
          <a:lstStyle/>
          <a:p>
            <a:fld id="{95A1F49F-5D93-46B8-A17D-DEAD6C160B38}" type="slidenum">
              <a:rPr lang="pt-BR" smtClean="0"/>
              <a:t>27</a:t>
            </a:fld>
            <a:endParaRPr lang="pt-BR"/>
          </a:p>
        </p:txBody>
      </p:sp>
    </p:spTree>
    <p:extLst>
      <p:ext uri="{BB962C8B-B14F-4D97-AF65-F5344CB8AC3E}">
        <p14:creationId xmlns:p14="http://schemas.microsoft.com/office/powerpoint/2010/main" val="3102791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95A1F49F-5D93-46B8-A17D-DEAD6C160B38}" type="slidenum">
              <a:rPr lang="pt-BR" smtClean="0"/>
              <a:t>28</a:t>
            </a:fld>
            <a:endParaRPr lang="pt-BR"/>
          </a:p>
        </p:txBody>
      </p:sp>
    </p:spTree>
    <p:extLst>
      <p:ext uri="{BB962C8B-B14F-4D97-AF65-F5344CB8AC3E}">
        <p14:creationId xmlns:p14="http://schemas.microsoft.com/office/powerpoint/2010/main" val="2811318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37DA8-450B-F032-702A-836D517732D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017A2CE-DF66-B5BF-D263-1E2F4B84E4D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9275130-1956-C692-1DA4-69DA1CB7DC38}"/>
              </a:ext>
            </a:extLst>
          </p:cNvPr>
          <p:cNvSpPr>
            <a:spLocks noGrp="1"/>
          </p:cNvSpPr>
          <p:nvPr>
            <p:ph type="body" idx="1"/>
          </p:nvPr>
        </p:nvSpPr>
        <p:spPr/>
        <p:txBody>
          <a:bodyPr/>
          <a:lstStyle/>
          <a:p>
            <a:r>
              <a:rPr lang="pt-BR" sz="1200" b="1" u="none" strike="noStrike" kern="1200" dirty="0">
                <a:solidFill>
                  <a:schemeClr val="tx1"/>
                </a:solidFill>
                <a:effectLst/>
                <a:latin typeface="+mn-lt"/>
                <a:ea typeface="+mn-ea"/>
                <a:cs typeface="+mn-cs"/>
              </a:rPr>
              <a:t>CMS</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a:t>
            </a:r>
            <a:r>
              <a:rPr lang="pt-BR" dirty="0"/>
              <a:t> </a:t>
            </a:r>
            <a:r>
              <a:rPr lang="pt-BR" b="1" dirty="0" err="1"/>
              <a:t>C</a:t>
            </a:r>
            <a:r>
              <a:rPr lang="pt-BR" dirty="0" err="1"/>
              <a:t>ontent</a:t>
            </a:r>
            <a:r>
              <a:rPr lang="pt-BR" dirty="0"/>
              <a:t> </a:t>
            </a:r>
            <a:r>
              <a:rPr lang="pt-BR" b="1" dirty="0"/>
              <a:t>M</a:t>
            </a:r>
            <a:r>
              <a:rPr lang="pt-BR" dirty="0"/>
              <a:t>anagement </a:t>
            </a:r>
            <a:r>
              <a:rPr lang="pt-BR" b="1" dirty="0"/>
              <a:t>S</a:t>
            </a:r>
            <a:r>
              <a:rPr lang="pt-BR" dirty="0"/>
              <a:t>ystem (Sistema de Gestão de Conteúdo)</a:t>
            </a:r>
          </a:p>
        </p:txBody>
      </p:sp>
      <p:sp>
        <p:nvSpPr>
          <p:cNvPr id="4" name="Espaço Reservado para Número de Slide 3">
            <a:extLst>
              <a:ext uri="{FF2B5EF4-FFF2-40B4-BE49-F238E27FC236}">
                <a16:creationId xmlns:a16="http://schemas.microsoft.com/office/drawing/2014/main" id="{4A67FB41-D214-F913-D79A-360F5C56AD55}"/>
              </a:ext>
            </a:extLst>
          </p:cNvPr>
          <p:cNvSpPr>
            <a:spLocks noGrp="1"/>
          </p:cNvSpPr>
          <p:nvPr>
            <p:ph type="sldNum" sz="quarter" idx="5"/>
          </p:nvPr>
        </p:nvSpPr>
        <p:spPr/>
        <p:txBody>
          <a:bodyPr/>
          <a:lstStyle/>
          <a:p>
            <a:fld id="{95A1F49F-5D93-46B8-A17D-DEAD6C160B38}" type="slidenum">
              <a:rPr lang="pt-BR" smtClean="0"/>
              <a:t>29</a:t>
            </a:fld>
            <a:endParaRPr lang="pt-BR"/>
          </a:p>
        </p:txBody>
      </p:sp>
    </p:spTree>
    <p:extLst>
      <p:ext uri="{BB962C8B-B14F-4D97-AF65-F5344CB8AC3E}">
        <p14:creationId xmlns:p14="http://schemas.microsoft.com/office/powerpoint/2010/main" val="1401245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9C27F-329C-0C3C-4A61-9AC191DC299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FA45E7F-0EB4-9912-2DCE-8490D596E6F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9105230-4D8B-3CB0-86B4-BD7D9ECE33E1}"/>
              </a:ext>
            </a:extLst>
          </p:cNvPr>
          <p:cNvSpPr>
            <a:spLocks noGrp="1"/>
          </p:cNvSpPr>
          <p:nvPr>
            <p:ph type="body" idx="1"/>
          </p:nvPr>
        </p:nvSpPr>
        <p:spPr/>
        <p:txBody>
          <a:bodyPr/>
          <a:lstStyle/>
          <a:p>
            <a:r>
              <a:rPr lang="pt-BR" sz="1200" b="0" u="none" strike="noStrike" kern="1200" dirty="0">
                <a:solidFill>
                  <a:schemeClr val="tx1"/>
                </a:solidFill>
                <a:effectLst/>
                <a:latin typeface="+mn-lt"/>
                <a:ea typeface="+mn-ea"/>
                <a:cs typeface="+mn-cs"/>
              </a:rPr>
              <a:t>Dados </a:t>
            </a:r>
            <a:r>
              <a:rPr lang="pt-BR" sz="1200" b="0" u="none" strike="noStrike" kern="1200" dirty="0" err="1">
                <a:solidFill>
                  <a:schemeClr val="tx1"/>
                </a:solidFill>
                <a:effectLst/>
                <a:latin typeface="+mn-lt"/>
                <a:ea typeface="+mn-ea"/>
                <a:cs typeface="+mn-cs"/>
              </a:rPr>
              <a:t>Desnormalizados</a:t>
            </a:r>
            <a:r>
              <a:rPr lang="pt-BR" sz="1200" b="0" u="none" strike="noStrike" kern="1200" dirty="0">
                <a:solidFill>
                  <a:schemeClr val="tx1"/>
                </a:solidFill>
                <a:effectLst/>
                <a:latin typeface="+mn-lt"/>
                <a:ea typeface="+mn-ea"/>
                <a:cs typeface="+mn-cs"/>
              </a:rPr>
              <a:t> = organizados de forma intencional com redundância e duplicação de informações em menos tabelas / consultas mais rápidas</a:t>
            </a:r>
          </a:p>
        </p:txBody>
      </p:sp>
      <p:sp>
        <p:nvSpPr>
          <p:cNvPr id="4" name="Espaço Reservado para Número de Slide 3">
            <a:extLst>
              <a:ext uri="{FF2B5EF4-FFF2-40B4-BE49-F238E27FC236}">
                <a16:creationId xmlns:a16="http://schemas.microsoft.com/office/drawing/2014/main" id="{5F7D6D1C-3049-29B9-5AEB-89C857DDC167}"/>
              </a:ext>
            </a:extLst>
          </p:cNvPr>
          <p:cNvSpPr>
            <a:spLocks noGrp="1"/>
          </p:cNvSpPr>
          <p:nvPr>
            <p:ph type="sldNum" sz="quarter" idx="5"/>
          </p:nvPr>
        </p:nvSpPr>
        <p:spPr/>
        <p:txBody>
          <a:bodyPr/>
          <a:lstStyle/>
          <a:p>
            <a:fld id="{95A1F49F-5D93-46B8-A17D-DEAD6C160B38}" type="slidenum">
              <a:rPr lang="pt-BR" smtClean="0"/>
              <a:t>30</a:t>
            </a:fld>
            <a:endParaRPr lang="pt-BR"/>
          </a:p>
        </p:txBody>
      </p:sp>
    </p:spTree>
    <p:extLst>
      <p:ext uri="{BB962C8B-B14F-4D97-AF65-F5344CB8AC3E}">
        <p14:creationId xmlns:p14="http://schemas.microsoft.com/office/powerpoint/2010/main" val="3719188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4D737-DA56-2A86-7407-DF3720BEB5C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B4BAC9B-1E3D-CBA4-8590-8F79513BD68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8C2CDBA-54FA-935E-3E93-8266FE94982F}"/>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3A538E03-D33F-A140-F033-6301CAAB65DA}"/>
              </a:ext>
            </a:extLst>
          </p:cNvPr>
          <p:cNvSpPr>
            <a:spLocks noGrp="1"/>
          </p:cNvSpPr>
          <p:nvPr>
            <p:ph type="sldNum" sz="quarter" idx="5"/>
          </p:nvPr>
        </p:nvSpPr>
        <p:spPr/>
        <p:txBody>
          <a:bodyPr/>
          <a:lstStyle/>
          <a:p>
            <a:fld id="{95A1F49F-5D93-46B8-A17D-DEAD6C160B38}" type="slidenum">
              <a:rPr lang="pt-BR" smtClean="0"/>
              <a:t>31</a:t>
            </a:fld>
            <a:endParaRPr lang="pt-BR"/>
          </a:p>
        </p:txBody>
      </p:sp>
    </p:spTree>
    <p:extLst>
      <p:ext uri="{BB962C8B-B14F-4D97-AF65-F5344CB8AC3E}">
        <p14:creationId xmlns:p14="http://schemas.microsoft.com/office/powerpoint/2010/main" val="3245502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E5471-4EDD-DC9E-4429-A9634C3C750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119B187-8BF7-312E-D7B8-99924C28DBA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F8DDC6C-2F57-126C-640E-F64698A30F93}"/>
              </a:ext>
            </a:extLst>
          </p:cNvPr>
          <p:cNvSpPr>
            <a:spLocks noGrp="1"/>
          </p:cNvSpPr>
          <p:nvPr>
            <p:ph type="body" idx="1"/>
          </p:nvPr>
        </p:nvSpPr>
        <p:spPr/>
        <p:txBody>
          <a:bodyPr/>
          <a:lstStyle/>
          <a:p>
            <a:r>
              <a:rPr lang="pt-BR" sz="1200" b="1" u="none" strike="noStrike" kern="1200" dirty="0">
                <a:solidFill>
                  <a:schemeClr val="tx1"/>
                </a:solidFill>
                <a:effectLst/>
                <a:latin typeface="+mn-lt"/>
                <a:ea typeface="+mn-ea"/>
                <a:cs typeface="+mn-cs"/>
              </a:rPr>
              <a:t>Java EE</a:t>
            </a:r>
            <a:r>
              <a:rPr lang="pt-BR" sz="1200" b="0" u="none" strike="noStrike" kern="1200" dirty="0">
                <a:solidFill>
                  <a:schemeClr val="tx1"/>
                </a:solidFill>
                <a:effectLst/>
                <a:latin typeface="+mn-lt"/>
                <a:ea typeface="+mn-ea"/>
                <a:cs typeface="+mn-cs"/>
              </a:rPr>
              <a:t> (</a:t>
            </a:r>
            <a:r>
              <a:rPr lang="pt-BR" sz="1200" b="1" u="none" strike="noStrike" kern="1200" dirty="0">
                <a:solidFill>
                  <a:schemeClr val="tx1"/>
                </a:solidFill>
                <a:effectLst/>
                <a:latin typeface="+mn-lt"/>
                <a:ea typeface="+mn-ea"/>
                <a:cs typeface="+mn-cs"/>
              </a:rPr>
              <a:t>Java</a:t>
            </a:r>
            <a:r>
              <a:rPr lang="pt-BR" sz="1200" b="0" u="none" strike="noStrike" kern="1200" dirty="0">
                <a:solidFill>
                  <a:schemeClr val="tx1"/>
                </a:solidFill>
                <a:effectLst/>
                <a:latin typeface="+mn-lt"/>
                <a:ea typeface="+mn-ea"/>
                <a:cs typeface="+mn-cs"/>
              </a:rPr>
              <a:t> Platform, </a:t>
            </a:r>
            <a:r>
              <a:rPr lang="pt-BR" sz="1200" b="1" u="none" strike="noStrike" kern="1200" dirty="0">
                <a:solidFill>
                  <a:schemeClr val="tx1"/>
                </a:solidFill>
                <a:effectLst/>
                <a:latin typeface="+mn-lt"/>
                <a:ea typeface="+mn-ea"/>
                <a:cs typeface="+mn-cs"/>
              </a:rPr>
              <a:t>E</a:t>
            </a:r>
            <a:r>
              <a:rPr lang="pt-BR" sz="1200" b="0" u="none" strike="noStrike" kern="1200" dirty="0">
                <a:solidFill>
                  <a:schemeClr val="tx1"/>
                </a:solidFill>
                <a:effectLst/>
                <a:latin typeface="+mn-lt"/>
                <a:ea typeface="+mn-ea"/>
                <a:cs typeface="+mn-cs"/>
              </a:rPr>
              <a:t>nterprise </a:t>
            </a:r>
            <a:r>
              <a:rPr lang="pt-BR" sz="1200" b="1" u="none" strike="noStrike" kern="1200" dirty="0" err="1">
                <a:solidFill>
                  <a:schemeClr val="tx1"/>
                </a:solidFill>
                <a:effectLst/>
                <a:latin typeface="+mn-lt"/>
                <a:ea typeface="+mn-ea"/>
                <a:cs typeface="+mn-cs"/>
              </a:rPr>
              <a:t>E</a:t>
            </a:r>
            <a:r>
              <a:rPr lang="pt-BR" sz="1200" b="0" u="none" strike="noStrike" kern="1200" dirty="0" err="1">
                <a:solidFill>
                  <a:schemeClr val="tx1"/>
                </a:solidFill>
                <a:effectLst/>
                <a:latin typeface="+mn-lt"/>
                <a:ea typeface="+mn-ea"/>
                <a:cs typeface="+mn-cs"/>
              </a:rPr>
              <a:t>dition</a:t>
            </a:r>
            <a:r>
              <a:rPr lang="pt-BR" sz="1200" b="0" u="none" strike="noStrike" kern="1200" dirty="0">
                <a:solidFill>
                  <a:schemeClr val="tx1"/>
                </a:solidFill>
                <a:effectLst/>
                <a:latin typeface="+mn-lt"/>
                <a:ea typeface="+mn-ea"/>
                <a:cs typeface="+mn-cs"/>
              </a:rPr>
              <a:t>) </a:t>
            </a:r>
            <a:r>
              <a:rPr lang="pt-BR" sz="1200" b="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pt-BR" dirty="0"/>
              <a:t>conjunto de especificações e ferramentas para criar sistemas corporativos, web e de grande porte usando a linguagem Java</a:t>
            </a:r>
          </a:p>
        </p:txBody>
      </p:sp>
      <p:sp>
        <p:nvSpPr>
          <p:cNvPr id="4" name="Espaço Reservado para Número de Slide 3">
            <a:extLst>
              <a:ext uri="{FF2B5EF4-FFF2-40B4-BE49-F238E27FC236}">
                <a16:creationId xmlns:a16="http://schemas.microsoft.com/office/drawing/2014/main" id="{DFF780E1-DE32-2FAB-C6D5-4311B3B60DC4}"/>
              </a:ext>
            </a:extLst>
          </p:cNvPr>
          <p:cNvSpPr>
            <a:spLocks noGrp="1"/>
          </p:cNvSpPr>
          <p:nvPr>
            <p:ph type="sldNum" sz="quarter" idx="5"/>
          </p:nvPr>
        </p:nvSpPr>
        <p:spPr/>
        <p:txBody>
          <a:bodyPr/>
          <a:lstStyle/>
          <a:p>
            <a:fld id="{95A1F49F-5D93-46B8-A17D-DEAD6C160B38}" type="slidenum">
              <a:rPr lang="pt-BR" smtClean="0"/>
              <a:t>32</a:t>
            </a:fld>
            <a:endParaRPr lang="pt-BR"/>
          </a:p>
        </p:txBody>
      </p:sp>
    </p:spTree>
    <p:extLst>
      <p:ext uri="{BB962C8B-B14F-4D97-AF65-F5344CB8AC3E}">
        <p14:creationId xmlns:p14="http://schemas.microsoft.com/office/powerpoint/2010/main" val="1124811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47D3A-D1C0-E344-8CB8-75EB827AF39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4121832-68CA-FE9F-EA46-22460B4516A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F6B15EE-4A53-CE97-C780-53AAB73C051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756EC18-489C-E27C-E13C-21D37450C6AB}"/>
              </a:ext>
            </a:extLst>
          </p:cNvPr>
          <p:cNvSpPr>
            <a:spLocks noGrp="1"/>
          </p:cNvSpPr>
          <p:nvPr>
            <p:ph type="sldNum" sz="quarter" idx="5"/>
          </p:nvPr>
        </p:nvSpPr>
        <p:spPr/>
        <p:txBody>
          <a:bodyPr/>
          <a:lstStyle/>
          <a:p>
            <a:fld id="{95A1F49F-5D93-46B8-A17D-DEAD6C160B38}" type="slidenum">
              <a:rPr lang="pt-BR" smtClean="0"/>
              <a:t>33</a:t>
            </a:fld>
            <a:endParaRPr lang="pt-BR"/>
          </a:p>
        </p:txBody>
      </p:sp>
    </p:spTree>
    <p:extLst>
      <p:ext uri="{BB962C8B-B14F-4D97-AF65-F5344CB8AC3E}">
        <p14:creationId xmlns:p14="http://schemas.microsoft.com/office/powerpoint/2010/main" val="4097266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1FB33-BF7F-C609-E8B3-5EEDD4C2BDB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538D5CA-ECCE-49B9-8618-7EE201CD969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80A2057-8D86-FF15-9730-9166870CF117}"/>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E94FBB6-2DC6-ACC5-B666-BE9CB819B44E}"/>
              </a:ext>
            </a:extLst>
          </p:cNvPr>
          <p:cNvSpPr>
            <a:spLocks noGrp="1"/>
          </p:cNvSpPr>
          <p:nvPr>
            <p:ph type="sldNum" sz="quarter" idx="5"/>
          </p:nvPr>
        </p:nvSpPr>
        <p:spPr/>
        <p:txBody>
          <a:bodyPr/>
          <a:lstStyle/>
          <a:p>
            <a:fld id="{95A1F49F-5D93-46B8-A17D-DEAD6C160B38}" type="slidenum">
              <a:rPr lang="pt-BR" smtClean="0"/>
              <a:t>34</a:t>
            </a:fld>
            <a:endParaRPr lang="pt-BR"/>
          </a:p>
        </p:txBody>
      </p:sp>
    </p:spTree>
    <p:extLst>
      <p:ext uri="{BB962C8B-B14F-4D97-AF65-F5344CB8AC3E}">
        <p14:creationId xmlns:p14="http://schemas.microsoft.com/office/powerpoint/2010/main" val="1412455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57B92-B038-1AAF-4F60-46C0B9DEF2E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138DBFA-AA9E-24EE-591E-F955BCFC5F4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670AEC7-60DE-A42E-4114-B31B68C2F56E}"/>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D65CFA9B-98DD-280C-42B6-DE6745D7364C}"/>
              </a:ext>
            </a:extLst>
          </p:cNvPr>
          <p:cNvSpPr>
            <a:spLocks noGrp="1"/>
          </p:cNvSpPr>
          <p:nvPr>
            <p:ph type="sldNum" sz="quarter" idx="5"/>
          </p:nvPr>
        </p:nvSpPr>
        <p:spPr/>
        <p:txBody>
          <a:bodyPr/>
          <a:lstStyle/>
          <a:p>
            <a:fld id="{95A1F49F-5D93-46B8-A17D-DEAD6C160B38}" type="slidenum">
              <a:rPr lang="pt-BR" smtClean="0"/>
              <a:t>35</a:t>
            </a:fld>
            <a:endParaRPr lang="pt-BR"/>
          </a:p>
        </p:txBody>
      </p:sp>
    </p:spTree>
    <p:extLst>
      <p:ext uri="{BB962C8B-B14F-4D97-AF65-F5344CB8AC3E}">
        <p14:creationId xmlns:p14="http://schemas.microsoft.com/office/powerpoint/2010/main" val="1946273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6AB46-8223-98DE-21D9-4D71267EA66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8AB52A5-8947-DE6B-A51A-DED466E58AA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499BF5D-518D-5305-4A77-9BFB947E4BF2}"/>
              </a:ext>
            </a:extLst>
          </p:cNvPr>
          <p:cNvSpPr>
            <a:spLocks noGrp="1"/>
          </p:cNvSpPr>
          <p:nvPr>
            <p:ph type="body" idx="1"/>
          </p:nvPr>
        </p:nvSpPr>
        <p:spPr/>
        <p:txBody>
          <a:bodyPr/>
          <a:lstStyle/>
          <a:p>
            <a:r>
              <a:rPr lang="pt-BR" sz="1200" b="1" i="0" u="none" strike="noStrike" kern="1200" dirty="0">
                <a:solidFill>
                  <a:schemeClr val="tx1"/>
                </a:solidFill>
                <a:effectLst/>
                <a:latin typeface="+mn-lt"/>
                <a:ea typeface="+mn-ea"/>
                <a:cs typeface="+mn-cs"/>
              </a:rPr>
              <a:t>SAP</a:t>
            </a:r>
            <a:r>
              <a:rPr lang="pt-BR" sz="1200" b="0" i="0" u="none" strike="noStrike" kern="1200" dirty="0">
                <a:solidFill>
                  <a:schemeClr val="tx1"/>
                </a:solidFill>
                <a:effectLst/>
                <a:latin typeface="+mn-lt"/>
                <a:ea typeface="+mn-ea"/>
                <a:cs typeface="+mn-cs"/>
              </a:rPr>
              <a:t> </a:t>
            </a:r>
            <a:r>
              <a:rPr lang="pt-BR" dirty="0">
                <a:latin typeface="Calibri" panose="020F0502020204030204" pitchFamily="34" charset="0"/>
                <a:ea typeface="Calibri" panose="020F0502020204030204" pitchFamily="34" charset="0"/>
                <a:cs typeface="Calibri" panose="020F0502020204030204" pitchFamily="34" charset="0"/>
              </a:rPr>
              <a:t>≡</a:t>
            </a:r>
            <a:r>
              <a:rPr lang="pt-BR" sz="1200" b="0" i="0" u="none" strike="noStrike" kern="1200" dirty="0">
                <a:solidFill>
                  <a:schemeClr val="tx1"/>
                </a:solidFill>
                <a:effectLst/>
                <a:latin typeface="+mn-lt"/>
                <a:ea typeface="+mn-ea"/>
                <a:cs typeface="+mn-cs"/>
              </a:rPr>
              <a:t> </a:t>
            </a:r>
            <a:r>
              <a:rPr lang="pt-BR" sz="1200" b="1" i="0" u="none" strike="noStrike" kern="1200" dirty="0" err="1">
                <a:solidFill>
                  <a:schemeClr val="tx1"/>
                </a:solidFill>
                <a:effectLst/>
                <a:latin typeface="+mn-lt"/>
                <a:ea typeface="+mn-ea"/>
                <a:cs typeface="+mn-cs"/>
              </a:rPr>
              <a:t>S</a:t>
            </a:r>
            <a:r>
              <a:rPr lang="pt-BR" sz="1200" b="0" i="0" u="none" strike="noStrike" kern="1200" dirty="0" err="1">
                <a:solidFill>
                  <a:schemeClr val="tx1"/>
                </a:solidFill>
                <a:effectLst/>
                <a:latin typeface="+mn-lt"/>
                <a:ea typeface="+mn-ea"/>
                <a:cs typeface="+mn-cs"/>
              </a:rPr>
              <a:t>ysteme</a:t>
            </a:r>
            <a:r>
              <a:rPr lang="pt-BR" sz="1200" b="0" i="0" u="none" strike="noStrike" kern="1200" dirty="0">
                <a:solidFill>
                  <a:schemeClr val="tx1"/>
                </a:solidFill>
                <a:effectLst/>
                <a:latin typeface="+mn-lt"/>
                <a:ea typeface="+mn-ea"/>
                <a:cs typeface="+mn-cs"/>
              </a:rPr>
              <a:t>, </a:t>
            </a:r>
            <a:r>
              <a:rPr lang="pt-BR" sz="1200" b="1" i="0" u="none" strike="noStrike" kern="1200" dirty="0" err="1">
                <a:solidFill>
                  <a:schemeClr val="tx1"/>
                </a:solidFill>
                <a:effectLst/>
                <a:latin typeface="+mn-lt"/>
                <a:ea typeface="+mn-ea"/>
                <a:cs typeface="+mn-cs"/>
              </a:rPr>
              <a:t>A</a:t>
            </a:r>
            <a:r>
              <a:rPr lang="pt-BR" sz="1200" b="0" i="0" u="none" strike="noStrike" kern="1200" dirty="0" err="1">
                <a:solidFill>
                  <a:schemeClr val="tx1"/>
                </a:solidFill>
                <a:effectLst/>
                <a:latin typeface="+mn-lt"/>
                <a:ea typeface="+mn-ea"/>
                <a:cs typeface="+mn-cs"/>
              </a:rPr>
              <a:t>nwendungen</a:t>
            </a:r>
            <a:r>
              <a:rPr lang="pt-BR" sz="1200" b="0" i="0" u="none" strike="noStrike" kern="1200" dirty="0">
                <a:solidFill>
                  <a:schemeClr val="tx1"/>
                </a:solidFill>
                <a:effectLst/>
                <a:latin typeface="+mn-lt"/>
                <a:ea typeface="+mn-ea"/>
                <a:cs typeface="+mn-cs"/>
              </a:rPr>
              <a:t> </a:t>
            </a:r>
            <a:r>
              <a:rPr lang="pt-BR" sz="1200" b="0" i="0" u="none" strike="noStrike" kern="1200" dirty="0" err="1">
                <a:solidFill>
                  <a:schemeClr val="tx1"/>
                </a:solidFill>
                <a:effectLst/>
                <a:latin typeface="+mn-lt"/>
                <a:ea typeface="+mn-ea"/>
                <a:cs typeface="+mn-cs"/>
              </a:rPr>
              <a:t>und</a:t>
            </a:r>
            <a:r>
              <a:rPr lang="pt-BR" sz="1200" b="0" i="0" u="none" strike="noStrike" kern="1200" dirty="0">
                <a:solidFill>
                  <a:schemeClr val="tx1"/>
                </a:solidFill>
                <a:effectLst/>
                <a:latin typeface="+mn-lt"/>
                <a:ea typeface="+mn-ea"/>
                <a:cs typeface="+mn-cs"/>
              </a:rPr>
              <a:t> </a:t>
            </a:r>
            <a:r>
              <a:rPr lang="pt-BR" sz="1200" b="1" i="0" u="none" strike="noStrike" kern="1200" dirty="0" err="1">
                <a:solidFill>
                  <a:schemeClr val="tx1"/>
                </a:solidFill>
                <a:effectLst/>
                <a:latin typeface="+mn-lt"/>
                <a:ea typeface="+mn-ea"/>
                <a:cs typeface="+mn-cs"/>
              </a:rPr>
              <a:t>P</a:t>
            </a:r>
            <a:r>
              <a:rPr lang="pt-BR" sz="1200" b="0" i="0" u="none" strike="noStrike" kern="1200" dirty="0" err="1">
                <a:solidFill>
                  <a:schemeClr val="tx1"/>
                </a:solidFill>
                <a:effectLst/>
                <a:latin typeface="+mn-lt"/>
                <a:ea typeface="+mn-ea"/>
                <a:cs typeface="+mn-cs"/>
              </a:rPr>
              <a:t>rodukte</a:t>
            </a:r>
            <a:r>
              <a:rPr lang="pt-BR" sz="1200" b="0" i="0" u="none" strike="noStrike" kern="1200" dirty="0">
                <a:solidFill>
                  <a:schemeClr val="tx1"/>
                </a:solidFill>
                <a:effectLst/>
                <a:latin typeface="+mn-lt"/>
                <a:ea typeface="+mn-ea"/>
                <a:cs typeface="+mn-cs"/>
              </a:rPr>
              <a:t> in der </a:t>
            </a:r>
            <a:r>
              <a:rPr lang="pt-BR" sz="1200" b="0" i="0" u="none" strike="noStrike" kern="1200" dirty="0" err="1">
                <a:solidFill>
                  <a:schemeClr val="tx1"/>
                </a:solidFill>
                <a:effectLst/>
                <a:latin typeface="+mn-lt"/>
                <a:ea typeface="+mn-ea"/>
                <a:cs typeface="+mn-cs"/>
              </a:rPr>
              <a:t>Datenverarbeitung</a:t>
            </a:r>
            <a:r>
              <a:rPr lang="pt-BR" sz="1200" b="0" i="0" u="none" strike="noStrike" kern="1200" dirty="0">
                <a:solidFill>
                  <a:schemeClr val="tx1"/>
                </a:solidFill>
                <a:effectLst/>
                <a:latin typeface="+mn-lt"/>
                <a:ea typeface="+mn-ea"/>
                <a:cs typeface="+mn-cs"/>
              </a:rPr>
              <a:t> (</a:t>
            </a:r>
            <a:r>
              <a:rPr lang="pt-BR" sz="1200" b="0" u="none" strike="noStrike" kern="1200" dirty="0">
                <a:solidFill>
                  <a:schemeClr val="tx1"/>
                </a:solidFill>
                <a:effectLst/>
                <a:latin typeface="+mn-lt"/>
                <a:ea typeface="+mn-ea"/>
                <a:cs typeface="+mn-cs"/>
              </a:rPr>
              <a:t>Sistemas, Aplicativos e Produtos para Processamento de Dados)</a:t>
            </a:r>
          </a:p>
          <a:p>
            <a:r>
              <a:rPr lang="pt-BR" sz="1200" b="1" u="none" strike="noStrike" kern="1200" dirty="0">
                <a:solidFill>
                  <a:schemeClr val="tx1"/>
                </a:solidFill>
                <a:effectLst/>
                <a:latin typeface="+mn-lt"/>
                <a:ea typeface="+mn-ea"/>
                <a:cs typeface="+mn-cs"/>
              </a:rPr>
              <a:t>Apache </a:t>
            </a:r>
            <a:r>
              <a:rPr lang="pt-BR" sz="1200" b="1" u="none" strike="noStrike" kern="1200" dirty="0" err="1">
                <a:solidFill>
                  <a:schemeClr val="tx1"/>
                </a:solidFill>
                <a:effectLst/>
                <a:latin typeface="+mn-lt"/>
                <a:ea typeface="+mn-ea"/>
                <a:cs typeface="+mn-cs"/>
              </a:rPr>
              <a:t>Struts</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 </a:t>
            </a:r>
            <a:r>
              <a:rPr lang="pt-BR" sz="1200" b="0" u="none" strike="noStrike" kern="1200" dirty="0">
                <a:solidFill>
                  <a:schemeClr val="tx1"/>
                </a:solidFill>
                <a:effectLst/>
                <a:latin typeface="+mn-lt"/>
                <a:ea typeface="+mn-ea"/>
                <a:cs typeface="+mn-cs"/>
              </a:rPr>
              <a:t>framework de código aberto para o desenvolvimento de aplicações WEB na linguagem Java</a:t>
            </a:r>
          </a:p>
        </p:txBody>
      </p:sp>
      <p:sp>
        <p:nvSpPr>
          <p:cNvPr id="4" name="Espaço Reservado para Número de Slide 3">
            <a:extLst>
              <a:ext uri="{FF2B5EF4-FFF2-40B4-BE49-F238E27FC236}">
                <a16:creationId xmlns:a16="http://schemas.microsoft.com/office/drawing/2014/main" id="{7157CD7E-9387-87B8-CA0D-143A0B49EDC8}"/>
              </a:ext>
            </a:extLst>
          </p:cNvPr>
          <p:cNvSpPr>
            <a:spLocks noGrp="1"/>
          </p:cNvSpPr>
          <p:nvPr>
            <p:ph type="sldNum" sz="quarter" idx="5"/>
          </p:nvPr>
        </p:nvSpPr>
        <p:spPr/>
        <p:txBody>
          <a:bodyPr/>
          <a:lstStyle/>
          <a:p>
            <a:fld id="{95A1F49F-5D93-46B8-A17D-DEAD6C160B38}" type="slidenum">
              <a:rPr lang="pt-BR" smtClean="0"/>
              <a:t>36</a:t>
            </a:fld>
            <a:endParaRPr lang="pt-BR"/>
          </a:p>
        </p:txBody>
      </p:sp>
    </p:spTree>
    <p:extLst>
      <p:ext uri="{BB962C8B-B14F-4D97-AF65-F5344CB8AC3E}">
        <p14:creationId xmlns:p14="http://schemas.microsoft.com/office/powerpoint/2010/main" val="1302752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6C890-F005-A041-6031-B60D378FFE3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A373CCE-DD9B-AD2A-C0AD-098AE8EDA6E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90A08E5-0B80-886E-23F6-8BA970EB613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2E33400-31D6-7E52-F047-36A3E31F36E5}"/>
              </a:ext>
            </a:extLst>
          </p:cNvPr>
          <p:cNvSpPr>
            <a:spLocks noGrp="1"/>
          </p:cNvSpPr>
          <p:nvPr>
            <p:ph type="sldNum" sz="quarter" idx="5"/>
          </p:nvPr>
        </p:nvSpPr>
        <p:spPr/>
        <p:txBody>
          <a:bodyPr/>
          <a:lstStyle/>
          <a:p>
            <a:fld id="{95A1F49F-5D93-46B8-A17D-DEAD6C160B38}" type="slidenum">
              <a:rPr lang="pt-BR" smtClean="0"/>
              <a:t>37</a:t>
            </a:fld>
            <a:endParaRPr lang="pt-BR"/>
          </a:p>
        </p:txBody>
      </p:sp>
    </p:spTree>
    <p:extLst>
      <p:ext uri="{BB962C8B-B14F-4D97-AF65-F5344CB8AC3E}">
        <p14:creationId xmlns:p14="http://schemas.microsoft.com/office/powerpoint/2010/main" val="40406435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2ECBE-07B1-5F59-92BC-E29700CAAD3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27C5553-2009-4F30-8ECB-BD3E24F023B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B24AD9A-8541-C6C4-B35F-DEFA60F9355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EEC4B98-6A91-1E1F-5CCD-3AA3D88F2B01}"/>
              </a:ext>
            </a:extLst>
          </p:cNvPr>
          <p:cNvSpPr>
            <a:spLocks noGrp="1"/>
          </p:cNvSpPr>
          <p:nvPr>
            <p:ph type="sldNum" sz="quarter" idx="5"/>
          </p:nvPr>
        </p:nvSpPr>
        <p:spPr/>
        <p:txBody>
          <a:bodyPr/>
          <a:lstStyle/>
          <a:p>
            <a:fld id="{95A1F49F-5D93-46B8-A17D-DEAD6C160B38}" type="slidenum">
              <a:rPr lang="pt-BR" smtClean="0"/>
              <a:t>38</a:t>
            </a:fld>
            <a:endParaRPr lang="pt-BR"/>
          </a:p>
        </p:txBody>
      </p:sp>
    </p:spTree>
    <p:extLst>
      <p:ext uri="{BB962C8B-B14F-4D97-AF65-F5344CB8AC3E}">
        <p14:creationId xmlns:p14="http://schemas.microsoft.com/office/powerpoint/2010/main" val="997426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853C5-F89B-CF67-ABF1-D03F846EFBF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AB38FF0-6D32-5413-66A0-7638B91E16A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24031F5-2641-6A21-8553-9553A1C0B90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D1FF92AA-6C69-1FB9-32DD-B5AED916687F}"/>
              </a:ext>
            </a:extLst>
          </p:cNvPr>
          <p:cNvSpPr>
            <a:spLocks noGrp="1"/>
          </p:cNvSpPr>
          <p:nvPr>
            <p:ph type="sldNum" sz="quarter" idx="5"/>
          </p:nvPr>
        </p:nvSpPr>
        <p:spPr/>
        <p:txBody>
          <a:bodyPr/>
          <a:lstStyle/>
          <a:p>
            <a:fld id="{95A1F49F-5D93-46B8-A17D-DEAD6C160B38}" type="slidenum">
              <a:rPr lang="pt-BR" smtClean="0"/>
              <a:t>39</a:t>
            </a:fld>
            <a:endParaRPr lang="pt-BR"/>
          </a:p>
        </p:txBody>
      </p:sp>
    </p:spTree>
    <p:extLst>
      <p:ext uri="{BB962C8B-B14F-4D97-AF65-F5344CB8AC3E}">
        <p14:creationId xmlns:p14="http://schemas.microsoft.com/office/powerpoint/2010/main" val="42662128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EB0CD-AC2D-D900-347F-4E15EECA679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12DD98F-B373-DD28-3890-AB32BD47FD0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AD75D92-6035-9493-7370-656F7C48FF00}"/>
              </a:ext>
            </a:extLst>
          </p:cNvPr>
          <p:cNvSpPr>
            <a:spLocks noGrp="1"/>
          </p:cNvSpPr>
          <p:nvPr>
            <p:ph type="body" idx="1"/>
          </p:nvPr>
        </p:nvSpPr>
        <p:spPr/>
        <p:txBody>
          <a:bodyPr/>
          <a:lstStyle/>
          <a:p>
            <a:r>
              <a:rPr lang="pt-BR" b="1" dirty="0"/>
              <a:t>Código </a:t>
            </a:r>
            <a:r>
              <a:rPr lang="pt-BR" sz="1200" b="1" i="0" u="none" strike="noStrike" kern="1200" dirty="0" err="1">
                <a:solidFill>
                  <a:schemeClr val="tx1"/>
                </a:solidFill>
                <a:effectLst/>
                <a:latin typeface="+mn-lt"/>
                <a:ea typeface="+mn-ea"/>
                <a:cs typeface="+mn-cs"/>
              </a:rPr>
              <a:t>Boilerplate</a:t>
            </a:r>
            <a:r>
              <a:rPr lang="pt-BR" sz="1200" b="0" i="0" u="none" strike="noStrike" kern="1200" dirty="0">
                <a:solidFill>
                  <a:schemeClr val="tx1"/>
                </a:solidFill>
                <a:effectLst/>
                <a:latin typeface="+mn-lt"/>
                <a:ea typeface="+mn-ea"/>
                <a:cs typeface="+mn-cs"/>
              </a:rPr>
              <a:t> </a:t>
            </a:r>
            <a:r>
              <a:rPr lang="pt-BR" sz="1200" b="0" i="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lang="pt-BR" dirty="0"/>
              <a:t> </a:t>
            </a:r>
            <a:r>
              <a:rPr lang="pt-BR" sz="1200" b="0" u="none" strike="noStrike" kern="1200" dirty="0">
                <a:solidFill>
                  <a:schemeClr val="tx1"/>
                </a:solidFill>
                <a:effectLst/>
                <a:latin typeface="+mn-lt"/>
                <a:ea typeface="+mn-ea"/>
                <a:cs typeface="+mn-cs"/>
              </a:rPr>
              <a:t>trecho de código padrão que se repete em vários lugares com pouca ou nenhuma alteração</a:t>
            </a:r>
          </a:p>
        </p:txBody>
      </p:sp>
      <p:sp>
        <p:nvSpPr>
          <p:cNvPr id="4" name="Espaço Reservado para Número de Slide 3">
            <a:extLst>
              <a:ext uri="{FF2B5EF4-FFF2-40B4-BE49-F238E27FC236}">
                <a16:creationId xmlns:a16="http://schemas.microsoft.com/office/drawing/2014/main" id="{01AD1FAA-0D6A-2E21-468A-AC47F5FB7CAE}"/>
              </a:ext>
            </a:extLst>
          </p:cNvPr>
          <p:cNvSpPr>
            <a:spLocks noGrp="1"/>
          </p:cNvSpPr>
          <p:nvPr>
            <p:ph type="sldNum" sz="quarter" idx="5"/>
          </p:nvPr>
        </p:nvSpPr>
        <p:spPr/>
        <p:txBody>
          <a:bodyPr/>
          <a:lstStyle/>
          <a:p>
            <a:fld id="{95A1F49F-5D93-46B8-A17D-DEAD6C160B38}" type="slidenum">
              <a:rPr lang="pt-BR" smtClean="0"/>
              <a:t>40</a:t>
            </a:fld>
            <a:endParaRPr lang="pt-BR"/>
          </a:p>
        </p:txBody>
      </p:sp>
    </p:spTree>
    <p:extLst>
      <p:ext uri="{BB962C8B-B14F-4D97-AF65-F5344CB8AC3E}">
        <p14:creationId xmlns:p14="http://schemas.microsoft.com/office/powerpoint/2010/main" val="1395806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85902-092C-2501-6400-752181A4BB7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97BFE1F-14ED-4939-DB50-D492349FC3D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C19CA04-69EC-54C9-4AEB-3DADCE5A2E01}"/>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C64CA15D-760A-6535-798F-8CEE4855EACD}"/>
              </a:ext>
            </a:extLst>
          </p:cNvPr>
          <p:cNvSpPr>
            <a:spLocks noGrp="1"/>
          </p:cNvSpPr>
          <p:nvPr>
            <p:ph type="sldNum" sz="quarter" idx="5"/>
          </p:nvPr>
        </p:nvSpPr>
        <p:spPr/>
        <p:txBody>
          <a:bodyPr/>
          <a:lstStyle/>
          <a:p>
            <a:fld id="{95A1F49F-5D93-46B8-A17D-DEAD6C160B38}" type="slidenum">
              <a:rPr lang="pt-BR" smtClean="0"/>
              <a:t>41</a:t>
            </a:fld>
            <a:endParaRPr lang="pt-BR"/>
          </a:p>
        </p:txBody>
      </p:sp>
    </p:spTree>
    <p:extLst>
      <p:ext uri="{BB962C8B-B14F-4D97-AF65-F5344CB8AC3E}">
        <p14:creationId xmlns:p14="http://schemas.microsoft.com/office/powerpoint/2010/main" val="30679590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C8451-61FD-E8DC-8B19-F951FF3F597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847A0B3-5094-BDE7-54AA-715C9EA728B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3D8A29A-B623-5351-F296-4AD0FBD81427}"/>
              </a:ext>
            </a:extLst>
          </p:cNvPr>
          <p:cNvSpPr>
            <a:spLocks noGrp="1"/>
          </p:cNvSpPr>
          <p:nvPr>
            <p:ph type="body" idx="1"/>
          </p:nvPr>
        </p:nvSpPr>
        <p:spPr/>
        <p:txBody>
          <a:bodyPr/>
          <a:lstStyle/>
          <a:p>
            <a:r>
              <a:rPr lang="pt-BR" b="1" dirty="0"/>
              <a:t>S</a:t>
            </a:r>
            <a:r>
              <a:rPr lang="pt-BR" dirty="0"/>
              <a:t>pace-</a:t>
            </a:r>
            <a:r>
              <a:rPr lang="pt-BR" b="1" dirty="0" err="1"/>
              <a:t>B</a:t>
            </a:r>
            <a:r>
              <a:rPr lang="pt-BR" dirty="0" err="1"/>
              <a:t>ased</a:t>
            </a:r>
            <a:r>
              <a:rPr lang="pt-BR" dirty="0"/>
              <a:t> </a:t>
            </a:r>
            <a:r>
              <a:rPr lang="pt-BR" b="1" dirty="0" err="1"/>
              <a:t>A</a:t>
            </a:r>
            <a:r>
              <a:rPr lang="pt-BR" dirty="0" err="1"/>
              <a:t>rchitecture</a:t>
            </a:r>
            <a:r>
              <a:rPr lang="pt-BR" dirty="0"/>
              <a:t> (</a:t>
            </a:r>
            <a:r>
              <a:rPr lang="pt-BR" b="1" dirty="0"/>
              <a:t>SBA</a:t>
            </a:r>
            <a:r>
              <a:rPr lang="pt-BR" b="0" dirty="0"/>
              <a:t> - </a:t>
            </a:r>
            <a:r>
              <a:rPr lang="pt-BR" sz="1200" b="0" u="none" strike="noStrike" kern="1200" dirty="0">
                <a:solidFill>
                  <a:schemeClr val="tx1"/>
                </a:solidFill>
                <a:effectLst/>
                <a:latin typeface="+mn-lt"/>
                <a:ea typeface="+mn-ea"/>
                <a:cs typeface="+mn-cs"/>
              </a:rPr>
              <a:t>Arquitetura Baseada em Espaço</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a:t>
            </a:r>
            <a:r>
              <a:rPr lang="pt-BR" dirty="0"/>
              <a:t> padrão de projeto distribuído que remove o banco de dados centralizado e usa um conjunto de unidades de processamento independentes que compartilham dados na memória</a:t>
            </a:r>
          </a:p>
        </p:txBody>
      </p:sp>
      <p:sp>
        <p:nvSpPr>
          <p:cNvPr id="4" name="Espaço Reservado para Número de Slide 3">
            <a:extLst>
              <a:ext uri="{FF2B5EF4-FFF2-40B4-BE49-F238E27FC236}">
                <a16:creationId xmlns:a16="http://schemas.microsoft.com/office/drawing/2014/main" id="{79F9A4B9-F6FC-B989-D19D-DC64806B3C30}"/>
              </a:ext>
            </a:extLst>
          </p:cNvPr>
          <p:cNvSpPr>
            <a:spLocks noGrp="1"/>
          </p:cNvSpPr>
          <p:nvPr>
            <p:ph type="sldNum" sz="quarter" idx="5"/>
          </p:nvPr>
        </p:nvSpPr>
        <p:spPr/>
        <p:txBody>
          <a:bodyPr/>
          <a:lstStyle/>
          <a:p>
            <a:fld id="{95A1F49F-5D93-46B8-A17D-DEAD6C160B38}" type="slidenum">
              <a:rPr lang="pt-BR" smtClean="0"/>
              <a:t>42</a:t>
            </a:fld>
            <a:endParaRPr lang="pt-BR"/>
          </a:p>
        </p:txBody>
      </p:sp>
    </p:spTree>
    <p:extLst>
      <p:ext uri="{BB962C8B-B14F-4D97-AF65-F5344CB8AC3E}">
        <p14:creationId xmlns:p14="http://schemas.microsoft.com/office/powerpoint/2010/main" val="2183287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F15BB-FE4D-5601-5A43-4F6AD97B9AF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6096DA7-3201-B972-568E-6EC85DE4020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E2CE679-DD3C-B338-AB10-ED8DA7C45FCD}"/>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799C173-0422-86A2-F696-637F670D7B74}"/>
              </a:ext>
            </a:extLst>
          </p:cNvPr>
          <p:cNvSpPr>
            <a:spLocks noGrp="1"/>
          </p:cNvSpPr>
          <p:nvPr>
            <p:ph type="sldNum" sz="quarter" idx="5"/>
          </p:nvPr>
        </p:nvSpPr>
        <p:spPr/>
        <p:txBody>
          <a:bodyPr/>
          <a:lstStyle/>
          <a:p>
            <a:fld id="{95A1F49F-5D93-46B8-A17D-DEAD6C160B38}" type="slidenum">
              <a:rPr lang="pt-BR" smtClean="0"/>
              <a:t>43</a:t>
            </a:fld>
            <a:endParaRPr lang="pt-BR"/>
          </a:p>
        </p:txBody>
      </p:sp>
    </p:spTree>
    <p:extLst>
      <p:ext uri="{BB962C8B-B14F-4D97-AF65-F5344CB8AC3E}">
        <p14:creationId xmlns:p14="http://schemas.microsoft.com/office/powerpoint/2010/main" val="3177382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D9D3A-14F0-2E50-E489-8082E589158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AA5972B-F59C-076C-4BA0-235ED881FA9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17584F0-E432-0515-F113-80248925C33F}"/>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6957D5EB-C2C1-68F8-91AD-249385B1CE58}"/>
              </a:ext>
            </a:extLst>
          </p:cNvPr>
          <p:cNvSpPr>
            <a:spLocks noGrp="1"/>
          </p:cNvSpPr>
          <p:nvPr>
            <p:ph type="sldNum" sz="quarter" idx="5"/>
          </p:nvPr>
        </p:nvSpPr>
        <p:spPr/>
        <p:txBody>
          <a:bodyPr/>
          <a:lstStyle/>
          <a:p>
            <a:fld id="{95A1F49F-5D93-46B8-A17D-DEAD6C160B38}" type="slidenum">
              <a:rPr lang="pt-BR" smtClean="0"/>
              <a:t>44</a:t>
            </a:fld>
            <a:endParaRPr lang="pt-BR"/>
          </a:p>
        </p:txBody>
      </p:sp>
    </p:spTree>
    <p:extLst>
      <p:ext uri="{BB962C8B-B14F-4D97-AF65-F5344CB8AC3E}">
        <p14:creationId xmlns:p14="http://schemas.microsoft.com/office/powerpoint/2010/main" val="22791314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52B52-BF12-96EB-7D7F-CF922325680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4411FEA-7969-7B4E-42AA-813291D2C05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3541BC4-5D35-3345-E84C-0AC3D8B59C13}"/>
              </a:ext>
            </a:extLst>
          </p:cNvPr>
          <p:cNvSpPr>
            <a:spLocks noGrp="1"/>
          </p:cNvSpPr>
          <p:nvPr>
            <p:ph type="body" idx="1"/>
          </p:nvPr>
        </p:nvSpPr>
        <p:spPr/>
        <p:txBody>
          <a:bodyPr/>
          <a:lstStyle/>
          <a:p>
            <a:r>
              <a:rPr lang="pt-BR" sz="1200" b="1" u="none" strike="noStrike" kern="1200" dirty="0">
                <a:solidFill>
                  <a:schemeClr val="tx1"/>
                </a:solidFill>
                <a:effectLst/>
                <a:latin typeface="+mn-lt"/>
                <a:ea typeface="+mn-ea"/>
                <a:cs typeface="+mn-cs"/>
              </a:rPr>
              <a:t>LMAX </a:t>
            </a:r>
            <a:r>
              <a:rPr lang="pt-BR" sz="1200" b="1" u="none" strike="noStrike" kern="1200" dirty="0" err="1">
                <a:solidFill>
                  <a:schemeClr val="tx1"/>
                </a:solidFill>
                <a:effectLst/>
                <a:latin typeface="+mn-lt"/>
                <a:ea typeface="+mn-ea"/>
                <a:cs typeface="+mn-cs"/>
              </a:rPr>
              <a:t>Group</a:t>
            </a:r>
            <a:r>
              <a:rPr lang="pt-BR" sz="1200" b="0" u="none" strike="noStrike" kern="1200" dirty="0">
                <a:solidFill>
                  <a:schemeClr val="tx1"/>
                </a:solidFill>
                <a:effectLst/>
                <a:latin typeface="+mn-lt"/>
                <a:ea typeface="+mn-ea"/>
                <a:cs typeface="+mn-cs"/>
              </a:rPr>
              <a:t> </a:t>
            </a:r>
            <a:r>
              <a:rPr lang="pt-BR" sz="1200" b="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lang="pt-BR" dirty="0"/>
              <a:t> empresa global de tecnologia financeira sediada em Londres, especializada na operação de bolsas institucionais para negociação de câmbio (FX) e ativos digitais</a:t>
            </a:r>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A57EB72D-4E56-65DD-355D-387C9B8FD105}"/>
              </a:ext>
            </a:extLst>
          </p:cNvPr>
          <p:cNvSpPr>
            <a:spLocks noGrp="1"/>
          </p:cNvSpPr>
          <p:nvPr>
            <p:ph type="sldNum" sz="quarter" idx="5"/>
          </p:nvPr>
        </p:nvSpPr>
        <p:spPr/>
        <p:txBody>
          <a:bodyPr/>
          <a:lstStyle/>
          <a:p>
            <a:fld id="{95A1F49F-5D93-46B8-A17D-DEAD6C160B38}" type="slidenum">
              <a:rPr lang="pt-BR" smtClean="0"/>
              <a:t>45</a:t>
            </a:fld>
            <a:endParaRPr lang="pt-BR"/>
          </a:p>
        </p:txBody>
      </p:sp>
    </p:spTree>
    <p:extLst>
      <p:ext uri="{BB962C8B-B14F-4D97-AF65-F5344CB8AC3E}">
        <p14:creationId xmlns:p14="http://schemas.microsoft.com/office/powerpoint/2010/main" val="30396126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F86B4-321C-1460-4C27-D10FDF09CF3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88DCAD8-F7C8-98E9-3BF1-5DDC81BDBD3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8D10112-1A90-4FC5-4DAE-D8880AEFE99D}"/>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4DC4C683-0EB0-6F4D-EFBA-FBE1891422FE}"/>
              </a:ext>
            </a:extLst>
          </p:cNvPr>
          <p:cNvSpPr>
            <a:spLocks noGrp="1"/>
          </p:cNvSpPr>
          <p:nvPr>
            <p:ph type="sldNum" sz="quarter" idx="5"/>
          </p:nvPr>
        </p:nvSpPr>
        <p:spPr/>
        <p:txBody>
          <a:bodyPr/>
          <a:lstStyle/>
          <a:p>
            <a:fld id="{95A1F49F-5D93-46B8-A17D-DEAD6C160B38}" type="slidenum">
              <a:rPr lang="pt-BR" smtClean="0"/>
              <a:t>46</a:t>
            </a:fld>
            <a:endParaRPr lang="pt-BR"/>
          </a:p>
        </p:txBody>
      </p:sp>
    </p:spTree>
    <p:extLst>
      <p:ext uri="{BB962C8B-B14F-4D97-AF65-F5344CB8AC3E}">
        <p14:creationId xmlns:p14="http://schemas.microsoft.com/office/powerpoint/2010/main" val="39831681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171F7-3713-93CD-18FC-C759A05D3CA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247342F-D638-C953-A0BC-59711EFDA13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D104A77-37D8-B466-D12E-20671B759A3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D04FA697-A33C-FA6A-2583-E3898A71D37F}"/>
              </a:ext>
            </a:extLst>
          </p:cNvPr>
          <p:cNvSpPr>
            <a:spLocks noGrp="1"/>
          </p:cNvSpPr>
          <p:nvPr>
            <p:ph type="sldNum" sz="quarter" idx="5"/>
          </p:nvPr>
        </p:nvSpPr>
        <p:spPr/>
        <p:txBody>
          <a:bodyPr/>
          <a:lstStyle/>
          <a:p>
            <a:fld id="{95A1F49F-5D93-46B8-A17D-DEAD6C160B38}" type="slidenum">
              <a:rPr lang="pt-BR" smtClean="0"/>
              <a:t>47</a:t>
            </a:fld>
            <a:endParaRPr lang="pt-BR"/>
          </a:p>
        </p:txBody>
      </p:sp>
    </p:spTree>
    <p:extLst>
      <p:ext uri="{BB962C8B-B14F-4D97-AF65-F5344CB8AC3E}">
        <p14:creationId xmlns:p14="http://schemas.microsoft.com/office/powerpoint/2010/main" val="36184957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1B84F-9519-5B94-F0EB-C1F2978D6FB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1CCCA5A-19B5-DD4D-5946-9A6DA6B6118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EE3F22C-9329-3F86-B971-93A73935A35A}"/>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27E725C8-8200-28A1-E6B2-4AD40F8B6FA1}"/>
              </a:ext>
            </a:extLst>
          </p:cNvPr>
          <p:cNvSpPr>
            <a:spLocks noGrp="1"/>
          </p:cNvSpPr>
          <p:nvPr>
            <p:ph type="sldNum" sz="quarter" idx="5"/>
          </p:nvPr>
        </p:nvSpPr>
        <p:spPr/>
        <p:txBody>
          <a:bodyPr/>
          <a:lstStyle/>
          <a:p>
            <a:fld id="{95A1F49F-5D93-46B8-A17D-DEAD6C160B38}" type="slidenum">
              <a:rPr lang="pt-BR" smtClean="0"/>
              <a:t>48</a:t>
            </a:fld>
            <a:endParaRPr lang="pt-BR"/>
          </a:p>
        </p:txBody>
      </p:sp>
    </p:spTree>
    <p:extLst>
      <p:ext uri="{BB962C8B-B14F-4D97-AF65-F5344CB8AC3E}">
        <p14:creationId xmlns:p14="http://schemas.microsoft.com/office/powerpoint/2010/main" val="4325362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5BBA6-1B1B-9200-2198-B2AE81958BB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A5FD724-E854-D89D-F27B-6EE98B5F481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7D40A08-A509-B644-2267-04F8D8AEE1AB}"/>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0809BCA3-3E71-9A88-B7CA-C22375601901}"/>
              </a:ext>
            </a:extLst>
          </p:cNvPr>
          <p:cNvSpPr>
            <a:spLocks noGrp="1"/>
          </p:cNvSpPr>
          <p:nvPr>
            <p:ph type="sldNum" sz="quarter" idx="5"/>
          </p:nvPr>
        </p:nvSpPr>
        <p:spPr/>
        <p:txBody>
          <a:bodyPr/>
          <a:lstStyle/>
          <a:p>
            <a:fld id="{95A1F49F-5D93-46B8-A17D-DEAD6C160B38}" type="slidenum">
              <a:rPr lang="pt-BR" smtClean="0"/>
              <a:t>49</a:t>
            </a:fld>
            <a:endParaRPr lang="pt-BR"/>
          </a:p>
        </p:txBody>
      </p:sp>
    </p:spTree>
    <p:extLst>
      <p:ext uri="{BB962C8B-B14F-4D97-AF65-F5344CB8AC3E}">
        <p14:creationId xmlns:p14="http://schemas.microsoft.com/office/powerpoint/2010/main" val="20797745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9AD64-84C1-901C-9795-D3121062806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0994B81-FF33-A1FC-5584-5A487E82E6F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F8A3494-57D1-9389-EA84-2CE86736F47E}"/>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20DC6A8C-F9FD-1824-AF62-0A1DE24E877F}"/>
              </a:ext>
            </a:extLst>
          </p:cNvPr>
          <p:cNvSpPr>
            <a:spLocks noGrp="1"/>
          </p:cNvSpPr>
          <p:nvPr>
            <p:ph type="sldNum" sz="quarter" idx="5"/>
          </p:nvPr>
        </p:nvSpPr>
        <p:spPr/>
        <p:txBody>
          <a:bodyPr/>
          <a:lstStyle/>
          <a:p>
            <a:fld id="{95A1F49F-5D93-46B8-A17D-DEAD6C160B38}" type="slidenum">
              <a:rPr lang="pt-BR" smtClean="0"/>
              <a:t>50</a:t>
            </a:fld>
            <a:endParaRPr lang="pt-BR"/>
          </a:p>
        </p:txBody>
      </p:sp>
    </p:spTree>
    <p:extLst>
      <p:ext uri="{BB962C8B-B14F-4D97-AF65-F5344CB8AC3E}">
        <p14:creationId xmlns:p14="http://schemas.microsoft.com/office/powerpoint/2010/main" val="17257082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E64F5-1C1B-5DD6-D339-36D661F15BC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A955073-E670-FF16-080A-04CB05C627E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010BC77-BEE4-4331-A5CD-F2FB482D01C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C7ECD47-6913-3FF5-7136-8F23C57367CF}"/>
              </a:ext>
            </a:extLst>
          </p:cNvPr>
          <p:cNvSpPr>
            <a:spLocks noGrp="1"/>
          </p:cNvSpPr>
          <p:nvPr>
            <p:ph type="sldNum" sz="quarter" idx="5"/>
          </p:nvPr>
        </p:nvSpPr>
        <p:spPr/>
        <p:txBody>
          <a:bodyPr/>
          <a:lstStyle/>
          <a:p>
            <a:fld id="{95A1F49F-5D93-46B8-A17D-DEAD6C160B38}" type="slidenum">
              <a:rPr lang="pt-BR" smtClean="0"/>
              <a:t>51</a:t>
            </a:fld>
            <a:endParaRPr lang="pt-BR"/>
          </a:p>
        </p:txBody>
      </p:sp>
    </p:spTree>
    <p:extLst>
      <p:ext uri="{BB962C8B-B14F-4D97-AF65-F5344CB8AC3E}">
        <p14:creationId xmlns:p14="http://schemas.microsoft.com/office/powerpoint/2010/main" val="29882169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71E23-FFF2-CCB6-F9AD-154CEF5308C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52360DE-9AC5-666C-1117-E0CF35FAF8E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1DB4E95-A1F3-AB40-98A4-0CF27BB11487}"/>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5996EA09-1E76-730C-87B1-132787E6C961}"/>
              </a:ext>
            </a:extLst>
          </p:cNvPr>
          <p:cNvSpPr>
            <a:spLocks noGrp="1"/>
          </p:cNvSpPr>
          <p:nvPr>
            <p:ph type="sldNum" sz="quarter" idx="5"/>
          </p:nvPr>
        </p:nvSpPr>
        <p:spPr/>
        <p:txBody>
          <a:bodyPr/>
          <a:lstStyle/>
          <a:p>
            <a:fld id="{95A1F49F-5D93-46B8-A17D-DEAD6C160B38}" type="slidenum">
              <a:rPr lang="pt-BR" smtClean="0"/>
              <a:t>52</a:t>
            </a:fld>
            <a:endParaRPr lang="pt-BR"/>
          </a:p>
        </p:txBody>
      </p:sp>
    </p:spTree>
    <p:extLst>
      <p:ext uri="{BB962C8B-B14F-4D97-AF65-F5344CB8AC3E}">
        <p14:creationId xmlns:p14="http://schemas.microsoft.com/office/powerpoint/2010/main" val="15768731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323DE-4139-3EC6-1D5F-24AE3E12F29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BCCCA93-E576-6702-08B1-ECC61372A91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E287F05-F6A5-5B22-CE55-E03040CEE906}"/>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7EB4948B-4259-75BB-B7A7-ED58352DE67A}"/>
              </a:ext>
            </a:extLst>
          </p:cNvPr>
          <p:cNvSpPr>
            <a:spLocks noGrp="1"/>
          </p:cNvSpPr>
          <p:nvPr>
            <p:ph type="sldNum" sz="quarter" idx="5"/>
          </p:nvPr>
        </p:nvSpPr>
        <p:spPr/>
        <p:txBody>
          <a:bodyPr/>
          <a:lstStyle/>
          <a:p>
            <a:fld id="{95A1F49F-5D93-46B8-A17D-DEAD6C160B38}" type="slidenum">
              <a:rPr lang="pt-BR" smtClean="0"/>
              <a:t>53</a:t>
            </a:fld>
            <a:endParaRPr lang="pt-BR"/>
          </a:p>
        </p:txBody>
      </p:sp>
    </p:spTree>
    <p:extLst>
      <p:ext uri="{BB962C8B-B14F-4D97-AF65-F5344CB8AC3E}">
        <p14:creationId xmlns:p14="http://schemas.microsoft.com/office/powerpoint/2010/main" val="31590302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3DCB-2B6E-D30F-FD01-E5C6757CF16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2B6C8D0-1F60-6F59-3E28-A078A6BF6F8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2AA4C18-FA64-50EC-E280-37C4FF97F60F}"/>
              </a:ext>
            </a:extLst>
          </p:cNvPr>
          <p:cNvSpPr>
            <a:spLocks noGrp="1"/>
          </p:cNvSpPr>
          <p:nvPr>
            <p:ph type="body" idx="1"/>
          </p:nvPr>
        </p:nvSpPr>
        <p:spPr/>
        <p:txBody>
          <a:bodyPr/>
          <a:lstStyle/>
          <a:p>
            <a:r>
              <a:rPr lang="pt-BR" dirty="0"/>
              <a:t>Circuit </a:t>
            </a:r>
            <a:r>
              <a:rPr lang="pt-BR" dirty="0" err="1"/>
              <a:t>Breaker</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a:t>
            </a:r>
            <a:r>
              <a:rPr lang="pt-BR" dirty="0"/>
              <a:t> Disjuntor</a:t>
            </a:r>
          </a:p>
        </p:txBody>
      </p:sp>
      <p:sp>
        <p:nvSpPr>
          <p:cNvPr id="4" name="Espaço Reservado para Número de Slide 3">
            <a:extLst>
              <a:ext uri="{FF2B5EF4-FFF2-40B4-BE49-F238E27FC236}">
                <a16:creationId xmlns:a16="http://schemas.microsoft.com/office/drawing/2014/main" id="{5091E1A5-D053-31A1-BE8B-5804EDBDE113}"/>
              </a:ext>
            </a:extLst>
          </p:cNvPr>
          <p:cNvSpPr>
            <a:spLocks noGrp="1"/>
          </p:cNvSpPr>
          <p:nvPr>
            <p:ph type="sldNum" sz="quarter" idx="5"/>
          </p:nvPr>
        </p:nvSpPr>
        <p:spPr/>
        <p:txBody>
          <a:bodyPr/>
          <a:lstStyle/>
          <a:p>
            <a:fld id="{95A1F49F-5D93-46B8-A17D-DEAD6C160B38}" type="slidenum">
              <a:rPr lang="pt-BR" smtClean="0"/>
              <a:t>54</a:t>
            </a:fld>
            <a:endParaRPr lang="pt-BR"/>
          </a:p>
        </p:txBody>
      </p:sp>
    </p:spTree>
    <p:extLst>
      <p:ext uri="{BB962C8B-B14F-4D97-AF65-F5344CB8AC3E}">
        <p14:creationId xmlns:p14="http://schemas.microsoft.com/office/powerpoint/2010/main" val="15040813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7BBA1-D727-AD47-EACD-010B45BB313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F645C98-053B-AA22-9049-FB594A8526D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D150407-0787-1D65-1AA5-C77A636F39B8}"/>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F96BD1F5-5531-A33B-228C-B9960454B296}"/>
              </a:ext>
            </a:extLst>
          </p:cNvPr>
          <p:cNvSpPr>
            <a:spLocks noGrp="1"/>
          </p:cNvSpPr>
          <p:nvPr>
            <p:ph type="sldNum" sz="quarter" idx="5"/>
          </p:nvPr>
        </p:nvSpPr>
        <p:spPr/>
        <p:txBody>
          <a:bodyPr/>
          <a:lstStyle/>
          <a:p>
            <a:fld id="{95A1F49F-5D93-46B8-A17D-DEAD6C160B38}" type="slidenum">
              <a:rPr lang="pt-BR" smtClean="0"/>
              <a:t>55</a:t>
            </a:fld>
            <a:endParaRPr lang="pt-BR"/>
          </a:p>
        </p:txBody>
      </p:sp>
    </p:spTree>
    <p:extLst>
      <p:ext uri="{BB962C8B-B14F-4D97-AF65-F5344CB8AC3E}">
        <p14:creationId xmlns:p14="http://schemas.microsoft.com/office/powerpoint/2010/main" val="39944161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44C43-6DA9-8B06-DCCB-A9E4A3FF35D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452CBD-68CE-FED9-C051-7ED6E4852BF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7AAD4FB-95E4-C2A6-C205-893EB2F6A860}"/>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99C95DE1-55AF-DA7C-60A9-A5BDB81E3834}"/>
              </a:ext>
            </a:extLst>
          </p:cNvPr>
          <p:cNvSpPr>
            <a:spLocks noGrp="1"/>
          </p:cNvSpPr>
          <p:nvPr>
            <p:ph type="sldNum" sz="quarter" idx="5"/>
          </p:nvPr>
        </p:nvSpPr>
        <p:spPr/>
        <p:txBody>
          <a:bodyPr/>
          <a:lstStyle/>
          <a:p>
            <a:fld id="{95A1F49F-5D93-46B8-A17D-DEAD6C160B38}" type="slidenum">
              <a:rPr lang="pt-BR" smtClean="0"/>
              <a:t>56</a:t>
            </a:fld>
            <a:endParaRPr lang="pt-BR"/>
          </a:p>
        </p:txBody>
      </p:sp>
    </p:spTree>
    <p:extLst>
      <p:ext uri="{BB962C8B-B14F-4D97-AF65-F5344CB8AC3E}">
        <p14:creationId xmlns:p14="http://schemas.microsoft.com/office/powerpoint/2010/main" val="41991007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BE5FF-80E6-66BB-EE2C-10769662536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D0A50EA-F78C-8AF8-3FC6-B48875F4E38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328C435-A621-C89E-994A-3F87EA87985F}"/>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22EBEC8C-5A5A-5995-1C4A-BF7199C23946}"/>
              </a:ext>
            </a:extLst>
          </p:cNvPr>
          <p:cNvSpPr>
            <a:spLocks noGrp="1"/>
          </p:cNvSpPr>
          <p:nvPr>
            <p:ph type="sldNum" sz="quarter" idx="5"/>
          </p:nvPr>
        </p:nvSpPr>
        <p:spPr/>
        <p:txBody>
          <a:bodyPr/>
          <a:lstStyle/>
          <a:p>
            <a:fld id="{95A1F49F-5D93-46B8-A17D-DEAD6C160B38}" type="slidenum">
              <a:rPr lang="pt-BR" smtClean="0"/>
              <a:t>57</a:t>
            </a:fld>
            <a:endParaRPr lang="pt-BR"/>
          </a:p>
        </p:txBody>
      </p:sp>
    </p:spTree>
    <p:extLst>
      <p:ext uri="{BB962C8B-B14F-4D97-AF65-F5344CB8AC3E}">
        <p14:creationId xmlns:p14="http://schemas.microsoft.com/office/powerpoint/2010/main" val="13289005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F7D09-6FA3-A3F6-0A3B-44857FE6321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AF9415C-988D-BD75-E0A4-C25B8F44E87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0BD1295-6F1D-3465-FF2E-FC2806D6D45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D67B648A-8BF2-17B7-880D-D339C5849069}"/>
              </a:ext>
            </a:extLst>
          </p:cNvPr>
          <p:cNvSpPr>
            <a:spLocks noGrp="1"/>
          </p:cNvSpPr>
          <p:nvPr>
            <p:ph type="sldNum" sz="quarter" idx="5"/>
          </p:nvPr>
        </p:nvSpPr>
        <p:spPr/>
        <p:txBody>
          <a:bodyPr/>
          <a:lstStyle/>
          <a:p>
            <a:fld id="{95A1F49F-5D93-46B8-A17D-DEAD6C160B38}" type="slidenum">
              <a:rPr lang="pt-BR" smtClean="0"/>
              <a:t>58</a:t>
            </a:fld>
            <a:endParaRPr lang="pt-BR"/>
          </a:p>
        </p:txBody>
      </p:sp>
    </p:spTree>
    <p:extLst>
      <p:ext uri="{BB962C8B-B14F-4D97-AF65-F5344CB8AC3E}">
        <p14:creationId xmlns:p14="http://schemas.microsoft.com/office/powerpoint/2010/main" val="7665816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A90F8-6266-0C42-D875-A46AC59D1BD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75EC284-E629-2326-AB1F-63AB8DE015F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9D05D32-62E8-2C1B-C4EB-16508F8D7D5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4B1710C-CF0A-2378-F18A-825AD266D59D}"/>
              </a:ext>
            </a:extLst>
          </p:cNvPr>
          <p:cNvSpPr>
            <a:spLocks noGrp="1"/>
          </p:cNvSpPr>
          <p:nvPr>
            <p:ph type="sldNum" sz="quarter" idx="5"/>
          </p:nvPr>
        </p:nvSpPr>
        <p:spPr/>
        <p:txBody>
          <a:bodyPr/>
          <a:lstStyle/>
          <a:p>
            <a:fld id="{95A1F49F-5D93-46B8-A17D-DEAD6C160B38}" type="slidenum">
              <a:rPr lang="pt-BR" smtClean="0"/>
              <a:t>59</a:t>
            </a:fld>
            <a:endParaRPr lang="pt-BR"/>
          </a:p>
        </p:txBody>
      </p:sp>
    </p:spTree>
    <p:extLst>
      <p:ext uri="{BB962C8B-B14F-4D97-AF65-F5344CB8AC3E}">
        <p14:creationId xmlns:p14="http://schemas.microsoft.com/office/powerpoint/2010/main" val="16188885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E85D0-07AF-D9D6-F696-62BEAA092C3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597D3B3-531A-C93B-8BE8-15FC549D287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E3F5FA2-73BB-1EC9-28AD-4B7FF99E09B1}"/>
              </a:ext>
            </a:extLst>
          </p:cNvPr>
          <p:cNvSpPr>
            <a:spLocks noGrp="1"/>
          </p:cNvSpPr>
          <p:nvPr>
            <p:ph type="body" idx="1"/>
          </p:nvPr>
        </p:nvSpPr>
        <p:spPr/>
        <p:txBody>
          <a:bodyPr/>
          <a:lstStyle/>
          <a:p>
            <a:r>
              <a:rPr lang="pt-BR" sz="1200" b="1" u="none" strike="noStrike" kern="1200" dirty="0">
                <a:solidFill>
                  <a:schemeClr val="tx1"/>
                </a:solidFill>
                <a:effectLst/>
                <a:latin typeface="+mn-lt"/>
                <a:ea typeface="+mn-ea"/>
                <a:cs typeface="+mn-cs"/>
              </a:rPr>
              <a:t>TLS</a:t>
            </a:r>
            <a:r>
              <a:rPr lang="pt-BR" sz="1200" b="0" u="none" strike="noStrike" kern="1200" dirty="0">
                <a:solidFill>
                  <a:schemeClr val="tx1"/>
                </a:solidFill>
                <a:effectLst/>
                <a:latin typeface="+mn-lt"/>
                <a:ea typeface="+mn-ea"/>
                <a:cs typeface="+mn-cs"/>
              </a:rPr>
              <a:t> </a:t>
            </a:r>
            <a:r>
              <a:rPr lang="pt-BR" sz="1200" b="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lang="pt-BR" sz="1200" b="0" u="none" strike="noStrike" kern="1200" dirty="0">
                <a:solidFill>
                  <a:schemeClr val="tx1"/>
                </a:solidFill>
                <a:effectLst/>
                <a:latin typeface="+mn-lt"/>
                <a:ea typeface="+mn-ea"/>
                <a:cs typeface="+mn-cs"/>
              </a:rPr>
              <a:t> </a:t>
            </a:r>
            <a:r>
              <a:rPr lang="pt-BR" sz="1200" b="1" u="none" strike="noStrike" kern="1200" dirty="0" err="1">
                <a:solidFill>
                  <a:schemeClr val="tx1"/>
                </a:solidFill>
                <a:effectLst/>
                <a:latin typeface="+mn-lt"/>
                <a:ea typeface="+mn-ea"/>
                <a:cs typeface="+mn-cs"/>
              </a:rPr>
              <a:t>T</a:t>
            </a:r>
            <a:r>
              <a:rPr lang="pt-BR" sz="1200" b="0" u="none" strike="noStrike" kern="1200" dirty="0" err="1">
                <a:solidFill>
                  <a:schemeClr val="tx1"/>
                </a:solidFill>
                <a:effectLst/>
                <a:latin typeface="+mn-lt"/>
                <a:ea typeface="+mn-ea"/>
                <a:cs typeface="+mn-cs"/>
              </a:rPr>
              <a:t>ransport</a:t>
            </a:r>
            <a:r>
              <a:rPr lang="pt-BR" sz="1200" b="0" u="none" strike="noStrike" kern="1200" dirty="0">
                <a:solidFill>
                  <a:schemeClr val="tx1"/>
                </a:solidFill>
                <a:effectLst/>
                <a:latin typeface="+mn-lt"/>
                <a:ea typeface="+mn-ea"/>
                <a:cs typeface="+mn-cs"/>
              </a:rPr>
              <a:t> </a:t>
            </a:r>
            <a:r>
              <a:rPr lang="pt-BR" sz="1200" b="1" u="none" strike="noStrike" kern="1200" dirty="0" err="1">
                <a:solidFill>
                  <a:schemeClr val="tx1"/>
                </a:solidFill>
                <a:effectLst/>
                <a:latin typeface="+mn-lt"/>
                <a:ea typeface="+mn-ea"/>
                <a:cs typeface="+mn-cs"/>
              </a:rPr>
              <a:t>L</a:t>
            </a:r>
            <a:r>
              <a:rPr lang="pt-BR" sz="1200" b="0" u="none" strike="noStrike" kern="1200" dirty="0" err="1">
                <a:solidFill>
                  <a:schemeClr val="tx1"/>
                </a:solidFill>
                <a:effectLst/>
                <a:latin typeface="+mn-lt"/>
                <a:ea typeface="+mn-ea"/>
                <a:cs typeface="+mn-cs"/>
              </a:rPr>
              <a:t>ayer</a:t>
            </a:r>
            <a:r>
              <a:rPr lang="pt-BR" sz="1200" b="0" u="none" strike="noStrike" kern="1200" dirty="0">
                <a:solidFill>
                  <a:schemeClr val="tx1"/>
                </a:solidFill>
                <a:effectLst/>
                <a:latin typeface="+mn-lt"/>
                <a:ea typeface="+mn-ea"/>
                <a:cs typeface="+mn-cs"/>
              </a:rPr>
              <a:t> </a:t>
            </a:r>
            <a:r>
              <a:rPr lang="pt-BR" sz="1200" b="1" u="none" strike="noStrike" kern="1200" dirty="0">
                <a:solidFill>
                  <a:schemeClr val="tx1"/>
                </a:solidFill>
                <a:effectLst/>
                <a:latin typeface="+mn-lt"/>
                <a:ea typeface="+mn-ea"/>
                <a:cs typeface="+mn-cs"/>
              </a:rPr>
              <a:t>S</a:t>
            </a:r>
            <a:r>
              <a:rPr lang="pt-BR" sz="1200" b="0" u="none" strike="noStrike" kern="1200" dirty="0">
                <a:solidFill>
                  <a:schemeClr val="tx1"/>
                </a:solidFill>
                <a:effectLst/>
                <a:latin typeface="+mn-lt"/>
                <a:ea typeface="+mn-ea"/>
                <a:cs typeface="+mn-cs"/>
              </a:rPr>
              <a:t>ecurity</a:t>
            </a:r>
          </a:p>
          <a:p>
            <a:r>
              <a:rPr lang="pt-BR" sz="1200" b="1" u="none" strike="noStrike" kern="1200" dirty="0">
                <a:solidFill>
                  <a:schemeClr val="tx1"/>
                </a:solidFill>
                <a:effectLst/>
                <a:latin typeface="+mn-lt"/>
                <a:ea typeface="+mn-ea"/>
                <a:cs typeface="+mn-cs"/>
              </a:rPr>
              <a:t>sidecar proxy no </a:t>
            </a:r>
            <a:r>
              <a:rPr lang="pt-BR" sz="1200" b="1" u="none" strike="noStrike" kern="1200" dirty="0" err="1">
                <a:solidFill>
                  <a:schemeClr val="tx1"/>
                </a:solidFill>
                <a:effectLst/>
                <a:latin typeface="+mn-lt"/>
                <a:ea typeface="+mn-ea"/>
                <a:cs typeface="+mn-cs"/>
              </a:rPr>
              <a:t>HashiCorp</a:t>
            </a:r>
            <a:r>
              <a:rPr lang="pt-BR" sz="1200" b="1" u="none" strike="noStrike" kern="1200" dirty="0">
                <a:solidFill>
                  <a:schemeClr val="tx1"/>
                </a:solidFill>
                <a:effectLst/>
                <a:latin typeface="+mn-lt"/>
                <a:ea typeface="+mn-ea"/>
                <a:cs typeface="+mn-cs"/>
              </a:rPr>
              <a:t> Consul</a:t>
            </a:r>
            <a:r>
              <a:rPr lang="pt-BR" dirty="0"/>
              <a:t> = processo de proxy auxiliar que roda junto a uma instância de microsserviço, foco na gestão, proteção e monitoração do tráfego (de entrada e saída)</a:t>
            </a:r>
          </a:p>
          <a:p>
            <a:r>
              <a:rPr lang="pt-BR" sz="1200" b="1" u="none" strike="noStrike" kern="1200" dirty="0">
                <a:solidFill>
                  <a:schemeClr val="tx1"/>
                </a:solidFill>
                <a:effectLst/>
                <a:latin typeface="+mn-lt"/>
                <a:ea typeface="+mn-ea"/>
                <a:cs typeface="+mn-cs"/>
              </a:rPr>
              <a:t>sidecar </a:t>
            </a:r>
            <a:r>
              <a:rPr lang="pt-BR" sz="1200" b="1" u="none" strike="noStrike" kern="1200" dirty="0" err="1">
                <a:solidFill>
                  <a:schemeClr val="tx1"/>
                </a:solidFill>
                <a:effectLst/>
                <a:latin typeface="+mn-lt"/>
                <a:ea typeface="+mn-ea"/>
                <a:cs typeface="+mn-cs"/>
              </a:rPr>
              <a:t>Istio</a:t>
            </a:r>
            <a:r>
              <a:rPr lang="pt-BR" dirty="0"/>
              <a:t> = contêiner separado (geralmente </a:t>
            </a:r>
            <a:r>
              <a:rPr lang="pt-BR" b="1" dirty="0" err="1"/>
              <a:t>Envoy</a:t>
            </a:r>
            <a:r>
              <a:rPr lang="pt-BR" dirty="0"/>
              <a:t>) executado no mesmo </a:t>
            </a:r>
            <a:r>
              <a:rPr lang="pt-BR" dirty="0" err="1"/>
              <a:t>Pod</a:t>
            </a:r>
            <a:r>
              <a:rPr lang="pt-BR" dirty="0"/>
              <a:t> de um microsserviço no </a:t>
            </a:r>
            <a:r>
              <a:rPr lang="pt-BR" dirty="0" err="1"/>
              <a:t>Kubernetes</a:t>
            </a:r>
            <a:r>
              <a:rPr lang="pt-BR" dirty="0"/>
              <a:t> para interceptar, gerenciar e assegurar tráfego de rede</a:t>
            </a:r>
          </a:p>
          <a:p>
            <a:r>
              <a:rPr lang="pt-BR" sz="1200" b="1" i="0" u="none" strike="noStrike" kern="1200" dirty="0">
                <a:solidFill>
                  <a:schemeClr val="tx1"/>
                </a:solidFill>
                <a:effectLst/>
                <a:latin typeface="+mn-lt"/>
                <a:ea typeface="+mn-ea"/>
                <a:cs typeface="+mn-cs"/>
              </a:rPr>
              <a:t>sidecar</a:t>
            </a:r>
            <a:r>
              <a:rPr lang="pt-BR" b="1" dirty="0"/>
              <a:t> </a:t>
            </a:r>
            <a:r>
              <a:rPr lang="pt-BR" b="1" dirty="0" err="1"/>
              <a:t>Prometheus</a:t>
            </a:r>
            <a:r>
              <a:rPr lang="pt-BR" dirty="0"/>
              <a:t> = container secundário que roda junto a uma aplicação ou a um servidor </a:t>
            </a:r>
            <a:r>
              <a:rPr lang="pt-BR" b="1" dirty="0" err="1"/>
              <a:t>Prometheus</a:t>
            </a:r>
            <a:r>
              <a:rPr lang="pt-BR" dirty="0"/>
              <a:t> principal para coletar, encaminhar ou armazenar métricas</a:t>
            </a:r>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167B05B8-67CB-50AF-FE4D-EE580FA94F91}"/>
              </a:ext>
            </a:extLst>
          </p:cNvPr>
          <p:cNvSpPr>
            <a:spLocks noGrp="1"/>
          </p:cNvSpPr>
          <p:nvPr>
            <p:ph type="sldNum" sz="quarter" idx="5"/>
          </p:nvPr>
        </p:nvSpPr>
        <p:spPr/>
        <p:txBody>
          <a:bodyPr/>
          <a:lstStyle/>
          <a:p>
            <a:fld id="{95A1F49F-5D93-46B8-A17D-DEAD6C160B38}" type="slidenum">
              <a:rPr lang="pt-BR" smtClean="0"/>
              <a:t>60</a:t>
            </a:fld>
            <a:endParaRPr lang="pt-BR"/>
          </a:p>
        </p:txBody>
      </p:sp>
    </p:spTree>
    <p:extLst>
      <p:ext uri="{BB962C8B-B14F-4D97-AF65-F5344CB8AC3E}">
        <p14:creationId xmlns:p14="http://schemas.microsoft.com/office/powerpoint/2010/main" val="24766848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0371D-0520-F370-68D8-1C381864E19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2BDA0FC-2A19-424D-F343-23E5389B016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8FCD2E7-8ACC-DF7B-BE02-A3983975F51D}"/>
              </a:ext>
            </a:extLst>
          </p:cNvPr>
          <p:cNvSpPr>
            <a:spLocks noGrp="1"/>
          </p:cNvSpPr>
          <p:nvPr>
            <p:ph type="body" idx="1"/>
          </p:nvPr>
        </p:nvSpPr>
        <p:spPr/>
        <p:txBody>
          <a:bodyPr/>
          <a:lstStyle/>
          <a:p>
            <a:r>
              <a:rPr lang="pt-BR" sz="1200" b="1" u="none" strike="noStrike" kern="1200" dirty="0" err="1">
                <a:solidFill>
                  <a:schemeClr val="tx1"/>
                </a:solidFill>
                <a:effectLst/>
                <a:latin typeface="+mn-lt"/>
                <a:ea typeface="+mn-ea"/>
                <a:cs typeface="+mn-cs"/>
              </a:rPr>
              <a:t>DApR</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a:t>
            </a:r>
            <a:r>
              <a:rPr lang="pt-BR" dirty="0"/>
              <a:t> </a:t>
            </a:r>
            <a:r>
              <a:rPr lang="pt-BR" b="1" dirty="0" err="1"/>
              <a:t>D</a:t>
            </a:r>
            <a:r>
              <a:rPr lang="pt-BR" dirty="0" err="1"/>
              <a:t>istributed</a:t>
            </a:r>
            <a:r>
              <a:rPr lang="pt-BR" dirty="0"/>
              <a:t> </a:t>
            </a:r>
            <a:r>
              <a:rPr lang="pt-BR" b="1" dirty="0" err="1"/>
              <a:t>Ap</a:t>
            </a:r>
            <a:r>
              <a:rPr lang="pt-BR" dirty="0" err="1"/>
              <a:t>plication</a:t>
            </a:r>
            <a:r>
              <a:rPr lang="pt-BR" dirty="0"/>
              <a:t> </a:t>
            </a:r>
            <a:r>
              <a:rPr lang="pt-BR" b="1" dirty="0" err="1"/>
              <a:t>R</a:t>
            </a:r>
            <a:r>
              <a:rPr lang="pt-BR" dirty="0" err="1"/>
              <a:t>untime</a:t>
            </a:r>
            <a:r>
              <a:rPr lang="pt-BR" dirty="0"/>
              <a:t>) - ambiente de execução portátil e de código aberto criado para simplificar a construção de aplicações distribuídas e microsserviços</a:t>
            </a:r>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4E506EE1-6205-B031-7558-41E934903601}"/>
              </a:ext>
            </a:extLst>
          </p:cNvPr>
          <p:cNvSpPr>
            <a:spLocks noGrp="1"/>
          </p:cNvSpPr>
          <p:nvPr>
            <p:ph type="sldNum" sz="quarter" idx="5"/>
          </p:nvPr>
        </p:nvSpPr>
        <p:spPr/>
        <p:txBody>
          <a:bodyPr/>
          <a:lstStyle/>
          <a:p>
            <a:fld id="{95A1F49F-5D93-46B8-A17D-DEAD6C160B38}" type="slidenum">
              <a:rPr lang="pt-BR" smtClean="0"/>
              <a:t>61</a:t>
            </a:fld>
            <a:endParaRPr lang="pt-BR"/>
          </a:p>
        </p:txBody>
      </p:sp>
    </p:spTree>
    <p:extLst>
      <p:ext uri="{BB962C8B-B14F-4D97-AF65-F5344CB8AC3E}">
        <p14:creationId xmlns:p14="http://schemas.microsoft.com/office/powerpoint/2010/main" val="17542458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44AD1-34D3-16EA-4317-C144E9FE64E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456822F-D5E0-4B9E-343D-E1394512CFD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679DCE9-9563-B055-F8C1-CD8C233EDFDB}"/>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F0FC5BA-C409-AF2F-7AA3-985CB9A58FE9}"/>
              </a:ext>
            </a:extLst>
          </p:cNvPr>
          <p:cNvSpPr>
            <a:spLocks noGrp="1"/>
          </p:cNvSpPr>
          <p:nvPr>
            <p:ph type="sldNum" sz="quarter" idx="5"/>
          </p:nvPr>
        </p:nvSpPr>
        <p:spPr/>
        <p:txBody>
          <a:bodyPr/>
          <a:lstStyle/>
          <a:p>
            <a:fld id="{95A1F49F-5D93-46B8-A17D-DEAD6C160B38}" type="slidenum">
              <a:rPr lang="pt-BR" smtClean="0"/>
              <a:t>62</a:t>
            </a:fld>
            <a:endParaRPr lang="pt-BR"/>
          </a:p>
        </p:txBody>
      </p:sp>
    </p:spTree>
    <p:extLst>
      <p:ext uri="{BB962C8B-B14F-4D97-AF65-F5344CB8AC3E}">
        <p14:creationId xmlns:p14="http://schemas.microsoft.com/office/powerpoint/2010/main" val="23861733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6DE2A-C984-26D7-C409-3CEE8C30CC8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A3D61EA-C57C-D1A0-63A0-7B5A780CE98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93940CA-10EA-ED6C-C0D5-E8BEC96C4778}"/>
              </a:ext>
            </a:extLst>
          </p:cNvPr>
          <p:cNvSpPr>
            <a:spLocks noGrp="1"/>
          </p:cNvSpPr>
          <p:nvPr>
            <p:ph type="body" idx="1"/>
          </p:nvPr>
        </p:nvSpPr>
        <p:spPr/>
        <p:txBody>
          <a:bodyPr/>
          <a:lstStyle/>
          <a:p>
            <a:r>
              <a:rPr lang="pt-BR" b="1" dirty="0"/>
              <a:t>QNX</a:t>
            </a:r>
            <a:r>
              <a:rPr lang="pt-BR" dirty="0"/>
              <a:t> = é um S.O. de tempo real (</a:t>
            </a:r>
            <a:r>
              <a:rPr lang="pt-BR" b="1" dirty="0"/>
              <a:t>RTOS</a:t>
            </a:r>
            <a:r>
              <a:rPr lang="pt-BR" dirty="0"/>
              <a:t>) e arquitetura </a:t>
            </a:r>
            <a:r>
              <a:rPr lang="pt-BR" b="1" dirty="0" err="1"/>
              <a:t>Microkernel</a:t>
            </a:r>
            <a:r>
              <a:rPr lang="pt-BR" dirty="0"/>
              <a:t>, projetado para </a:t>
            </a:r>
            <a:r>
              <a:rPr lang="pt-BR" sz="1200" b="0" u="none" strike="noStrike" kern="1200" dirty="0">
                <a:solidFill>
                  <a:schemeClr val="tx1"/>
                </a:solidFill>
                <a:effectLst/>
                <a:latin typeface="+mn-lt"/>
                <a:ea typeface="+mn-ea"/>
                <a:cs typeface="+mn-cs"/>
              </a:rPr>
              <a:t>sistemas embarcados de alta criticidade</a:t>
            </a:r>
          </a:p>
          <a:p>
            <a:r>
              <a:rPr lang="pt-BR" sz="1200" b="1" u="none" strike="noStrike" kern="1200" dirty="0">
                <a:solidFill>
                  <a:schemeClr val="tx1"/>
                </a:solidFill>
                <a:effectLst/>
                <a:latin typeface="+mn-lt"/>
                <a:ea typeface="+mn-ea"/>
                <a:cs typeface="+mn-cs"/>
              </a:rPr>
              <a:t>ADAS</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 </a:t>
            </a:r>
            <a:r>
              <a:rPr lang="pt-BR" sz="1200" b="1" i="0" u="none" strike="noStrike" kern="1200" dirty="0" err="1">
                <a:solidFill>
                  <a:schemeClr val="tx1"/>
                </a:solidFill>
                <a:effectLst/>
                <a:latin typeface="+mn-lt"/>
                <a:ea typeface="+mn-ea"/>
                <a:cs typeface="+mn-cs"/>
              </a:rPr>
              <a:t>A</a:t>
            </a:r>
            <a:r>
              <a:rPr lang="pt-BR" sz="1200" b="0" i="0" u="none" strike="noStrike" kern="1200" dirty="0" err="1">
                <a:solidFill>
                  <a:schemeClr val="tx1"/>
                </a:solidFill>
                <a:effectLst/>
                <a:latin typeface="+mn-lt"/>
                <a:ea typeface="+mn-ea"/>
                <a:cs typeface="+mn-cs"/>
              </a:rPr>
              <a:t>dvanced</a:t>
            </a:r>
            <a:r>
              <a:rPr lang="pt-BR" sz="1200" b="0" i="0" u="none" strike="noStrike" kern="1200" dirty="0">
                <a:solidFill>
                  <a:schemeClr val="tx1"/>
                </a:solidFill>
                <a:effectLst/>
                <a:latin typeface="+mn-lt"/>
                <a:ea typeface="+mn-ea"/>
                <a:cs typeface="+mn-cs"/>
              </a:rPr>
              <a:t> </a:t>
            </a:r>
            <a:r>
              <a:rPr lang="pt-BR" sz="1200" b="1" i="0" u="none" strike="noStrike" kern="1200" dirty="0">
                <a:solidFill>
                  <a:schemeClr val="tx1"/>
                </a:solidFill>
                <a:effectLst/>
                <a:latin typeface="+mn-lt"/>
                <a:ea typeface="+mn-ea"/>
                <a:cs typeface="+mn-cs"/>
              </a:rPr>
              <a:t>D</a:t>
            </a:r>
            <a:r>
              <a:rPr lang="pt-BR" sz="1200" b="0" i="0" u="none" strike="noStrike" kern="1200" dirty="0">
                <a:solidFill>
                  <a:schemeClr val="tx1"/>
                </a:solidFill>
                <a:effectLst/>
                <a:latin typeface="+mn-lt"/>
                <a:ea typeface="+mn-ea"/>
                <a:cs typeface="+mn-cs"/>
              </a:rPr>
              <a:t>river-</a:t>
            </a:r>
            <a:r>
              <a:rPr lang="pt-BR" sz="1200" b="1" i="0" u="none" strike="noStrike" kern="1200" dirty="0" err="1">
                <a:solidFill>
                  <a:schemeClr val="tx1"/>
                </a:solidFill>
                <a:effectLst/>
                <a:latin typeface="+mn-lt"/>
                <a:ea typeface="+mn-ea"/>
                <a:cs typeface="+mn-cs"/>
              </a:rPr>
              <a:t>A</a:t>
            </a:r>
            <a:r>
              <a:rPr lang="pt-BR" sz="1200" b="0" i="0" u="none" strike="noStrike" kern="1200" dirty="0" err="1">
                <a:solidFill>
                  <a:schemeClr val="tx1"/>
                </a:solidFill>
                <a:effectLst/>
                <a:latin typeface="+mn-lt"/>
                <a:ea typeface="+mn-ea"/>
                <a:cs typeface="+mn-cs"/>
              </a:rPr>
              <a:t>ssistance</a:t>
            </a:r>
            <a:r>
              <a:rPr lang="pt-BR" sz="1200" b="0" i="0" u="none" strike="noStrike" kern="1200" dirty="0">
                <a:solidFill>
                  <a:schemeClr val="tx1"/>
                </a:solidFill>
                <a:effectLst/>
                <a:latin typeface="+mn-lt"/>
                <a:ea typeface="+mn-ea"/>
                <a:cs typeface="+mn-cs"/>
              </a:rPr>
              <a:t> </a:t>
            </a:r>
            <a:r>
              <a:rPr lang="pt-BR" sz="1200" b="1" i="0" u="none" strike="noStrike" kern="1200" dirty="0">
                <a:solidFill>
                  <a:schemeClr val="tx1"/>
                </a:solidFill>
                <a:effectLst/>
                <a:latin typeface="+mn-lt"/>
                <a:ea typeface="+mn-ea"/>
                <a:cs typeface="+mn-cs"/>
              </a:rPr>
              <a:t>S</a:t>
            </a:r>
            <a:r>
              <a:rPr lang="pt-BR" sz="1200" b="0" i="0" u="none" strike="noStrike" kern="1200" dirty="0">
                <a:solidFill>
                  <a:schemeClr val="tx1"/>
                </a:solidFill>
                <a:effectLst/>
                <a:latin typeface="+mn-lt"/>
                <a:ea typeface="+mn-ea"/>
                <a:cs typeface="+mn-cs"/>
              </a:rPr>
              <a:t>ystems (</a:t>
            </a:r>
            <a:r>
              <a:rPr lang="pt-BR" dirty="0"/>
              <a:t>Sistemas Avançados de Assistência ao Motorista) - conjunto de tecnologias projetadas para aumentar a segurança e conforto veicular</a:t>
            </a:r>
          </a:p>
        </p:txBody>
      </p:sp>
      <p:sp>
        <p:nvSpPr>
          <p:cNvPr id="4" name="Espaço Reservado para Número de Slide 3">
            <a:extLst>
              <a:ext uri="{FF2B5EF4-FFF2-40B4-BE49-F238E27FC236}">
                <a16:creationId xmlns:a16="http://schemas.microsoft.com/office/drawing/2014/main" id="{6C456C2D-CC9A-BA8E-42F0-06733E0EE9E9}"/>
              </a:ext>
            </a:extLst>
          </p:cNvPr>
          <p:cNvSpPr>
            <a:spLocks noGrp="1"/>
          </p:cNvSpPr>
          <p:nvPr>
            <p:ph type="sldNum" sz="quarter" idx="5"/>
          </p:nvPr>
        </p:nvSpPr>
        <p:spPr/>
        <p:txBody>
          <a:bodyPr/>
          <a:lstStyle/>
          <a:p>
            <a:fld id="{95A1F49F-5D93-46B8-A17D-DEAD6C160B38}" type="slidenum">
              <a:rPr lang="pt-BR" smtClean="0"/>
              <a:t>63</a:t>
            </a:fld>
            <a:endParaRPr lang="pt-BR"/>
          </a:p>
        </p:txBody>
      </p:sp>
    </p:spTree>
    <p:extLst>
      <p:ext uri="{BB962C8B-B14F-4D97-AF65-F5344CB8AC3E}">
        <p14:creationId xmlns:p14="http://schemas.microsoft.com/office/powerpoint/2010/main" val="20958177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E0487-D628-8424-980A-FF865BB85AA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56E09E5-84BC-7E0B-06A2-C1E56C411EE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D54BA97-6FD5-47B1-59DA-6CEB394B6E59}"/>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5E232940-A538-10F2-B96D-0EEF679633D3}"/>
              </a:ext>
            </a:extLst>
          </p:cNvPr>
          <p:cNvSpPr>
            <a:spLocks noGrp="1"/>
          </p:cNvSpPr>
          <p:nvPr>
            <p:ph type="sldNum" sz="quarter" idx="5"/>
          </p:nvPr>
        </p:nvSpPr>
        <p:spPr/>
        <p:txBody>
          <a:bodyPr/>
          <a:lstStyle/>
          <a:p>
            <a:fld id="{95A1F49F-5D93-46B8-A17D-DEAD6C160B38}" type="slidenum">
              <a:rPr lang="pt-BR" smtClean="0"/>
              <a:t>64</a:t>
            </a:fld>
            <a:endParaRPr lang="pt-BR"/>
          </a:p>
        </p:txBody>
      </p:sp>
    </p:spTree>
    <p:extLst>
      <p:ext uri="{BB962C8B-B14F-4D97-AF65-F5344CB8AC3E}">
        <p14:creationId xmlns:p14="http://schemas.microsoft.com/office/powerpoint/2010/main" val="10212464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82B88-15E1-0EE2-DB32-A485FD32F85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9C73C0E-5A53-89C5-31DA-70386A56A3F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3366C3E-BAFC-E48C-FDDE-04CDF3469906}"/>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47F824FD-26AA-8552-8C47-F5E9940F967E}"/>
              </a:ext>
            </a:extLst>
          </p:cNvPr>
          <p:cNvSpPr>
            <a:spLocks noGrp="1"/>
          </p:cNvSpPr>
          <p:nvPr>
            <p:ph type="sldNum" sz="quarter" idx="5"/>
          </p:nvPr>
        </p:nvSpPr>
        <p:spPr/>
        <p:txBody>
          <a:bodyPr/>
          <a:lstStyle/>
          <a:p>
            <a:fld id="{95A1F49F-5D93-46B8-A17D-DEAD6C160B38}" type="slidenum">
              <a:rPr lang="pt-BR" smtClean="0"/>
              <a:t>65</a:t>
            </a:fld>
            <a:endParaRPr lang="pt-BR"/>
          </a:p>
        </p:txBody>
      </p:sp>
    </p:spTree>
    <p:extLst>
      <p:ext uri="{BB962C8B-B14F-4D97-AF65-F5344CB8AC3E}">
        <p14:creationId xmlns:p14="http://schemas.microsoft.com/office/powerpoint/2010/main" val="30258059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F2BF7-4FE4-B48F-0582-2D0B640ED10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385B199-4E96-137C-5985-016878CE17F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4F71276-912C-7F6D-934A-AE4BE38D66D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8D762ED-94D2-B992-8540-297996A8C40B}"/>
              </a:ext>
            </a:extLst>
          </p:cNvPr>
          <p:cNvSpPr>
            <a:spLocks noGrp="1"/>
          </p:cNvSpPr>
          <p:nvPr>
            <p:ph type="sldNum" sz="quarter" idx="5"/>
          </p:nvPr>
        </p:nvSpPr>
        <p:spPr/>
        <p:txBody>
          <a:bodyPr/>
          <a:lstStyle/>
          <a:p>
            <a:fld id="{95A1F49F-5D93-46B8-A17D-DEAD6C160B38}" type="slidenum">
              <a:rPr lang="pt-BR" smtClean="0"/>
              <a:t>66</a:t>
            </a:fld>
            <a:endParaRPr lang="pt-BR"/>
          </a:p>
        </p:txBody>
      </p:sp>
    </p:spTree>
    <p:extLst>
      <p:ext uri="{BB962C8B-B14F-4D97-AF65-F5344CB8AC3E}">
        <p14:creationId xmlns:p14="http://schemas.microsoft.com/office/powerpoint/2010/main" val="22864740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216A9-786B-BD12-010A-05703BD47AA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841A9DE-6E79-94AE-72F0-5891578383A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415C574-8E90-5B96-CD43-5FF837F532C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763C9A1-96D2-55C3-DC75-09941F582FF0}"/>
              </a:ext>
            </a:extLst>
          </p:cNvPr>
          <p:cNvSpPr>
            <a:spLocks noGrp="1"/>
          </p:cNvSpPr>
          <p:nvPr>
            <p:ph type="sldNum" sz="quarter" idx="5"/>
          </p:nvPr>
        </p:nvSpPr>
        <p:spPr/>
        <p:txBody>
          <a:bodyPr/>
          <a:lstStyle/>
          <a:p>
            <a:fld id="{95A1F49F-5D93-46B8-A17D-DEAD6C160B38}" type="slidenum">
              <a:rPr lang="pt-BR" smtClean="0"/>
              <a:t>67</a:t>
            </a:fld>
            <a:endParaRPr lang="pt-BR"/>
          </a:p>
        </p:txBody>
      </p:sp>
    </p:spTree>
    <p:extLst>
      <p:ext uri="{BB962C8B-B14F-4D97-AF65-F5344CB8AC3E}">
        <p14:creationId xmlns:p14="http://schemas.microsoft.com/office/powerpoint/2010/main" val="19031653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05BC7-F24E-B967-35A6-D555BC6B6E3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235E354-EF8B-A570-DE56-C04E7D1A0CD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A278EA3-EC74-F6DD-96CD-FF7CA2F2CE42}"/>
              </a:ext>
            </a:extLst>
          </p:cNvPr>
          <p:cNvSpPr>
            <a:spLocks noGrp="1"/>
          </p:cNvSpPr>
          <p:nvPr>
            <p:ph type="body" idx="1"/>
          </p:nvPr>
        </p:nvSpPr>
        <p:spPr/>
        <p:txBody>
          <a:bodyPr/>
          <a:lstStyle/>
          <a:p>
            <a:r>
              <a:rPr lang="pt-BR" sz="1200" b="1" u="none" strike="noStrike" kern="1200" dirty="0">
                <a:solidFill>
                  <a:schemeClr val="tx1"/>
                </a:solidFill>
                <a:effectLst/>
                <a:latin typeface="+mn-lt"/>
                <a:ea typeface="+mn-ea"/>
                <a:cs typeface="+mn-cs"/>
              </a:rPr>
              <a:t>ARC</a:t>
            </a:r>
            <a:r>
              <a:rPr lang="pt-BR" sz="1200" b="0" u="none" strike="noStrike" kern="1200" dirty="0">
                <a:solidFill>
                  <a:schemeClr val="tx1"/>
                </a:solidFill>
                <a:effectLst/>
                <a:latin typeface="+mn-lt"/>
                <a:ea typeface="+mn-ea"/>
                <a:cs typeface="+mn-cs"/>
              </a:rPr>
              <a:t> </a:t>
            </a:r>
            <a:r>
              <a:rPr lang="pt-BR" sz="1200" b="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lang="pt-BR" sz="1200" b="0" u="none" strike="noStrike" kern="1200" dirty="0">
                <a:solidFill>
                  <a:schemeClr val="tx1"/>
                </a:solidFill>
                <a:effectLst/>
                <a:latin typeface="+mn-lt"/>
                <a:ea typeface="+mn-ea"/>
                <a:cs typeface="+mn-cs"/>
              </a:rPr>
              <a:t> </a:t>
            </a:r>
            <a:r>
              <a:rPr lang="pt-BR" sz="1200" b="1" u="none" strike="noStrike" kern="1200" dirty="0" err="1">
                <a:solidFill>
                  <a:schemeClr val="tx1"/>
                </a:solidFill>
                <a:effectLst/>
                <a:latin typeface="+mn-lt"/>
                <a:ea typeface="+mn-ea"/>
                <a:cs typeface="+mn-cs"/>
              </a:rPr>
              <a:t>A</a:t>
            </a:r>
            <a:r>
              <a:rPr lang="pt-BR" sz="1200" b="0" u="none" strike="noStrike" kern="1200" dirty="0" err="1">
                <a:solidFill>
                  <a:schemeClr val="tx1"/>
                </a:solidFill>
                <a:effectLst/>
                <a:latin typeface="+mn-lt"/>
                <a:ea typeface="+mn-ea"/>
                <a:cs typeface="+mn-cs"/>
              </a:rPr>
              <a:t>dd</a:t>
            </a:r>
            <a:r>
              <a:rPr lang="pt-BR" sz="1200" b="0" u="none" strike="noStrike" kern="1200" dirty="0">
                <a:solidFill>
                  <a:schemeClr val="tx1"/>
                </a:solidFill>
                <a:effectLst/>
                <a:latin typeface="+mn-lt"/>
                <a:ea typeface="+mn-ea"/>
                <a:cs typeface="+mn-cs"/>
              </a:rPr>
              <a:t>, </a:t>
            </a:r>
            <a:r>
              <a:rPr lang="pt-BR" sz="1200" b="1" u="none" strike="noStrike" kern="1200" dirty="0">
                <a:solidFill>
                  <a:schemeClr val="tx1"/>
                </a:solidFill>
                <a:effectLst/>
                <a:latin typeface="+mn-lt"/>
                <a:ea typeface="+mn-ea"/>
                <a:cs typeface="+mn-cs"/>
              </a:rPr>
              <a:t>R</a:t>
            </a:r>
            <a:r>
              <a:rPr lang="pt-BR" sz="1200" b="0" u="none" strike="noStrike" kern="1200" dirty="0">
                <a:solidFill>
                  <a:schemeClr val="tx1"/>
                </a:solidFill>
                <a:effectLst/>
                <a:latin typeface="+mn-lt"/>
                <a:ea typeface="+mn-ea"/>
                <a:cs typeface="+mn-cs"/>
              </a:rPr>
              <a:t>emove </a:t>
            </a:r>
            <a:r>
              <a:rPr lang="pt-BR" sz="1200" b="0" u="none" strike="noStrike" kern="1200" dirty="0" err="1">
                <a:solidFill>
                  <a:schemeClr val="tx1"/>
                </a:solidFill>
                <a:effectLst/>
                <a:latin typeface="+mn-lt"/>
                <a:ea typeface="+mn-ea"/>
                <a:cs typeface="+mn-cs"/>
              </a:rPr>
              <a:t>or</a:t>
            </a:r>
            <a:r>
              <a:rPr lang="pt-BR" sz="1200" b="0" u="none" strike="noStrike" kern="1200" dirty="0">
                <a:solidFill>
                  <a:schemeClr val="tx1"/>
                </a:solidFill>
                <a:effectLst/>
                <a:latin typeface="+mn-lt"/>
                <a:ea typeface="+mn-ea"/>
                <a:cs typeface="+mn-cs"/>
              </a:rPr>
              <a:t> </a:t>
            </a:r>
            <a:r>
              <a:rPr lang="pt-BR" sz="1200" b="1" u="none" strike="noStrike" kern="1200" dirty="0" err="1">
                <a:solidFill>
                  <a:schemeClr val="tx1"/>
                </a:solidFill>
                <a:effectLst/>
                <a:latin typeface="+mn-lt"/>
                <a:ea typeface="+mn-ea"/>
                <a:cs typeface="+mn-cs"/>
              </a:rPr>
              <a:t>C</a:t>
            </a:r>
            <a:r>
              <a:rPr lang="pt-BR" sz="1200" b="0" u="none" strike="noStrike" kern="1200" dirty="0" err="1">
                <a:solidFill>
                  <a:schemeClr val="tx1"/>
                </a:solidFill>
                <a:effectLst/>
                <a:latin typeface="+mn-lt"/>
                <a:ea typeface="+mn-ea"/>
                <a:cs typeface="+mn-cs"/>
              </a:rPr>
              <a:t>hange</a:t>
            </a:r>
            <a:r>
              <a:rPr lang="pt-BR" sz="1200" b="0" u="none" strike="noStrike" kern="1200" dirty="0">
                <a:solidFill>
                  <a:schemeClr val="tx1"/>
                </a:solidFill>
                <a:effectLst/>
                <a:latin typeface="+mn-lt"/>
                <a:ea typeface="+mn-ea"/>
                <a:cs typeface="+mn-cs"/>
              </a:rPr>
              <a:t> (Adicionar, Remover ou Alterar)</a:t>
            </a:r>
          </a:p>
          <a:p>
            <a:r>
              <a:rPr lang="pt-BR" sz="1200" b="1" u="none" strike="noStrike" kern="1200" dirty="0">
                <a:solidFill>
                  <a:schemeClr val="tx1"/>
                </a:solidFill>
                <a:effectLst/>
                <a:latin typeface="+mn-lt"/>
                <a:ea typeface="+mn-ea"/>
                <a:cs typeface="+mn-cs"/>
              </a:rPr>
              <a:t>V&amp;V</a:t>
            </a:r>
            <a:r>
              <a:rPr lang="pt-BR" sz="1200" b="0" u="none" strike="noStrike" kern="1200" dirty="0">
                <a:solidFill>
                  <a:schemeClr val="tx1"/>
                </a:solidFill>
                <a:effectLst/>
                <a:latin typeface="+mn-lt"/>
                <a:ea typeface="+mn-ea"/>
                <a:cs typeface="+mn-cs"/>
              </a:rPr>
              <a:t> </a:t>
            </a:r>
            <a:r>
              <a:rPr lang="pt-BR" sz="1200" b="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lang="pt-BR" sz="1200" b="0" u="none" strike="noStrike" kern="1200" dirty="0">
                <a:solidFill>
                  <a:schemeClr val="tx1"/>
                </a:solidFill>
                <a:effectLst/>
                <a:latin typeface="+mn-lt"/>
                <a:ea typeface="+mn-ea"/>
                <a:cs typeface="+mn-cs"/>
              </a:rPr>
              <a:t> </a:t>
            </a:r>
            <a:r>
              <a:rPr lang="pt-BR" sz="1200" b="1" u="none" strike="noStrike" kern="1200" dirty="0">
                <a:solidFill>
                  <a:schemeClr val="tx1"/>
                </a:solidFill>
                <a:effectLst/>
                <a:latin typeface="+mn-lt"/>
                <a:ea typeface="+mn-ea"/>
                <a:cs typeface="+mn-cs"/>
              </a:rPr>
              <a:t>V</a:t>
            </a:r>
            <a:r>
              <a:rPr lang="pt-BR" sz="1200" b="0" u="none" strike="noStrike" kern="1200" dirty="0">
                <a:solidFill>
                  <a:schemeClr val="tx1"/>
                </a:solidFill>
                <a:effectLst/>
                <a:latin typeface="+mn-lt"/>
                <a:ea typeface="+mn-ea"/>
                <a:cs typeface="+mn-cs"/>
              </a:rPr>
              <a:t>erificação (técnica) </a:t>
            </a:r>
            <a:r>
              <a:rPr lang="pt-BR" sz="1200" b="1" u="none" strike="noStrike" kern="1200" dirty="0">
                <a:solidFill>
                  <a:schemeClr val="tx1"/>
                </a:solidFill>
                <a:effectLst/>
                <a:latin typeface="+mn-lt"/>
                <a:ea typeface="+mn-ea"/>
                <a:cs typeface="+mn-cs"/>
              </a:rPr>
              <a:t>&amp;</a:t>
            </a:r>
            <a:r>
              <a:rPr lang="pt-BR" sz="1200" b="0" u="none" strike="noStrike" kern="1200" dirty="0">
                <a:solidFill>
                  <a:schemeClr val="tx1"/>
                </a:solidFill>
                <a:effectLst/>
                <a:latin typeface="+mn-lt"/>
                <a:ea typeface="+mn-ea"/>
                <a:cs typeface="+mn-cs"/>
              </a:rPr>
              <a:t> </a:t>
            </a:r>
            <a:r>
              <a:rPr lang="pt-BR" sz="1200" b="1" u="none" strike="noStrike" kern="1200" dirty="0">
                <a:solidFill>
                  <a:schemeClr val="tx1"/>
                </a:solidFill>
                <a:effectLst/>
                <a:latin typeface="+mn-lt"/>
                <a:ea typeface="+mn-ea"/>
                <a:cs typeface="+mn-cs"/>
              </a:rPr>
              <a:t>V</a:t>
            </a:r>
            <a:r>
              <a:rPr lang="pt-BR" sz="1200" b="0" u="none" strike="noStrike" kern="1200" dirty="0">
                <a:solidFill>
                  <a:schemeClr val="tx1"/>
                </a:solidFill>
                <a:effectLst/>
                <a:latin typeface="+mn-lt"/>
                <a:ea typeface="+mn-ea"/>
                <a:cs typeface="+mn-cs"/>
              </a:rPr>
              <a:t>alidação (negócio)</a:t>
            </a:r>
          </a:p>
        </p:txBody>
      </p:sp>
      <p:sp>
        <p:nvSpPr>
          <p:cNvPr id="4" name="Espaço Reservado para Número de Slide 3">
            <a:extLst>
              <a:ext uri="{FF2B5EF4-FFF2-40B4-BE49-F238E27FC236}">
                <a16:creationId xmlns:a16="http://schemas.microsoft.com/office/drawing/2014/main" id="{16704A70-816D-5027-1FAF-67BE3543E740}"/>
              </a:ext>
            </a:extLst>
          </p:cNvPr>
          <p:cNvSpPr>
            <a:spLocks noGrp="1"/>
          </p:cNvSpPr>
          <p:nvPr>
            <p:ph type="sldNum" sz="quarter" idx="5"/>
          </p:nvPr>
        </p:nvSpPr>
        <p:spPr/>
        <p:txBody>
          <a:bodyPr/>
          <a:lstStyle/>
          <a:p>
            <a:fld id="{95A1F49F-5D93-46B8-A17D-DEAD6C160B38}" type="slidenum">
              <a:rPr lang="pt-BR" smtClean="0"/>
              <a:t>68</a:t>
            </a:fld>
            <a:endParaRPr lang="pt-BR"/>
          </a:p>
        </p:txBody>
      </p:sp>
    </p:spTree>
    <p:extLst>
      <p:ext uri="{BB962C8B-B14F-4D97-AF65-F5344CB8AC3E}">
        <p14:creationId xmlns:p14="http://schemas.microsoft.com/office/powerpoint/2010/main" val="14648014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D9C3D-50DB-11B4-17C7-4E418897156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4AF3D0B-4674-2B32-3D74-A12DEA1A502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6BE538-E8B1-58E2-B9EC-159C75B1C17A}"/>
              </a:ext>
            </a:extLst>
          </p:cNvPr>
          <p:cNvSpPr>
            <a:spLocks noGrp="1"/>
          </p:cNvSpPr>
          <p:nvPr>
            <p:ph type="body" idx="1"/>
          </p:nvPr>
        </p:nvSpPr>
        <p:spPr/>
        <p:txBody>
          <a:bodyPr/>
          <a:lstStyle/>
          <a:p>
            <a:r>
              <a:rPr lang="pt-BR" sz="1200" b="1" u="none" strike="noStrike" kern="1200" dirty="0">
                <a:solidFill>
                  <a:schemeClr val="tx1"/>
                </a:solidFill>
                <a:effectLst/>
                <a:latin typeface="+mn-lt"/>
                <a:ea typeface="+mn-ea"/>
                <a:cs typeface="+mn-cs"/>
              </a:rPr>
              <a:t>CLI</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a:t>
            </a:r>
            <a:r>
              <a:rPr lang="pt-BR" dirty="0"/>
              <a:t> </a:t>
            </a:r>
            <a:r>
              <a:rPr lang="pt-BR" sz="1200" b="1" i="0" u="none" strike="noStrike" kern="1200" dirty="0">
                <a:solidFill>
                  <a:schemeClr val="tx1"/>
                </a:solidFill>
                <a:effectLst/>
                <a:latin typeface="+mn-lt"/>
                <a:ea typeface="+mn-ea"/>
                <a:cs typeface="+mn-cs"/>
              </a:rPr>
              <a:t>C</a:t>
            </a:r>
            <a:r>
              <a:rPr lang="pt-BR" sz="1200" b="0" i="0" u="none" strike="noStrike" kern="1200" dirty="0">
                <a:solidFill>
                  <a:schemeClr val="tx1"/>
                </a:solidFill>
                <a:effectLst/>
                <a:latin typeface="+mn-lt"/>
                <a:ea typeface="+mn-ea"/>
                <a:cs typeface="+mn-cs"/>
              </a:rPr>
              <a:t>ommand-</a:t>
            </a:r>
            <a:r>
              <a:rPr lang="pt-BR" sz="1200" b="1" i="0" u="none" strike="noStrike" kern="1200" dirty="0" err="1">
                <a:solidFill>
                  <a:schemeClr val="tx1"/>
                </a:solidFill>
                <a:effectLst/>
                <a:latin typeface="+mn-lt"/>
                <a:ea typeface="+mn-ea"/>
                <a:cs typeface="+mn-cs"/>
              </a:rPr>
              <a:t>L</a:t>
            </a:r>
            <a:r>
              <a:rPr lang="pt-BR" sz="1200" b="0" i="0" u="none" strike="noStrike" kern="1200" dirty="0" err="1">
                <a:solidFill>
                  <a:schemeClr val="tx1"/>
                </a:solidFill>
                <a:effectLst/>
                <a:latin typeface="+mn-lt"/>
                <a:ea typeface="+mn-ea"/>
                <a:cs typeface="+mn-cs"/>
              </a:rPr>
              <a:t>ine</a:t>
            </a:r>
            <a:r>
              <a:rPr lang="pt-BR" sz="1200" b="0" i="0" u="none" strike="noStrike" kern="1200" dirty="0">
                <a:solidFill>
                  <a:schemeClr val="tx1"/>
                </a:solidFill>
                <a:effectLst/>
                <a:latin typeface="+mn-lt"/>
                <a:ea typeface="+mn-ea"/>
                <a:cs typeface="+mn-cs"/>
              </a:rPr>
              <a:t> </a:t>
            </a:r>
            <a:r>
              <a:rPr lang="pt-BR" sz="1200" b="1" i="0" u="none" strike="noStrike" kern="1200" dirty="0">
                <a:solidFill>
                  <a:schemeClr val="tx1"/>
                </a:solidFill>
                <a:effectLst/>
                <a:latin typeface="+mn-lt"/>
                <a:ea typeface="+mn-ea"/>
                <a:cs typeface="+mn-cs"/>
              </a:rPr>
              <a:t>I</a:t>
            </a:r>
            <a:r>
              <a:rPr lang="pt-BR" sz="1200" b="0" i="0" u="none" strike="noStrike" kern="1200" dirty="0">
                <a:solidFill>
                  <a:schemeClr val="tx1"/>
                </a:solidFill>
                <a:effectLst/>
                <a:latin typeface="+mn-lt"/>
                <a:ea typeface="+mn-ea"/>
                <a:cs typeface="+mn-cs"/>
              </a:rPr>
              <a:t>nterface (</a:t>
            </a:r>
            <a:r>
              <a:rPr lang="pt-BR" sz="1200" b="0" u="none" strike="noStrike" kern="1200" dirty="0">
                <a:solidFill>
                  <a:schemeClr val="tx1"/>
                </a:solidFill>
                <a:effectLst/>
                <a:latin typeface="+mn-lt"/>
                <a:ea typeface="+mn-ea"/>
                <a:cs typeface="+mn-cs"/>
              </a:rPr>
              <a:t>Interface de Linha de Comando)</a:t>
            </a:r>
          </a:p>
          <a:p>
            <a:r>
              <a:rPr lang="pt-BR" sz="1200" b="1" u="none" strike="noStrike" kern="1200" dirty="0">
                <a:solidFill>
                  <a:schemeClr val="tx1"/>
                </a:solidFill>
                <a:effectLst/>
                <a:latin typeface="+mn-lt"/>
                <a:ea typeface="+mn-ea"/>
                <a:cs typeface="+mn-cs"/>
              </a:rPr>
              <a:t>Adobe Premiere Pro</a:t>
            </a:r>
            <a:r>
              <a:rPr lang="pt-BR" sz="1200" b="0" u="none" strike="noStrike" kern="1200" dirty="0">
                <a:solidFill>
                  <a:schemeClr val="tx1"/>
                </a:solidFill>
                <a:effectLst/>
                <a:latin typeface="+mn-lt"/>
                <a:ea typeface="+mn-ea"/>
                <a:cs typeface="+mn-cs"/>
              </a:rPr>
              <a:t> = software profissional líder de mercado para edição, corte, tratamento de cores e pós-produção de vídeos</a:t>
            </a:r>
          </a:p>
          <a:p>
            <a:r>
              <a:rPr lang="pt-BR" sz="1200" b="1" u="none" strike="noStrike" kern="1200" dirty="0">
                <a:solidFill>
                  <a:schemeClr val="tx1"/>
                </a:solidFill>
                <a:effectLst/>
                <a:latin typeface="+mn-lt"/>
                <a:ea typeface="+mn-ea"/>
                <a:cs typeface="+mn-cs"/>
              </a:rPr>
              <a:t>Apache </a:t>
            </a:r>
            <a:r>
              <a:rPr lang="pt-BR" sz="1200" b="1" u="none" strike="noStrike" kern="1200" dirty="0" err="1">
                <a:solidFill>
                  <a:schemeClr val="tx1"/>
                </a:solidFill>
                <a:effectLst/>
                <a:latin typeface="+mn-lt"/>
                <a:ea typeface="+mn-ea"/>
                <a:cs typeface="+mn-cs"/>
              </a:rPr>
              <a:t>NiFi</a:t>
            </a:r>
            <a:r>
              <a:rPr lang="pt-BR" sz="1200" b="1" u="none" strike="noStrike" kern="1200" dirty="0">
                <a:solidFill>
                  <a:schemeClr val="tx1"/>
                </a:solidFill>
                <a:effectLst/>
                <a:latin typeface="+mn-lt"/>
                <a:ea typeface="+mn-ea"/>
                <a:cs typeface="+mn-cs"/>
              </a:rPr>
              <a:t> =</a:t>
            </a:r>
            <a:r>
              <a:rPr lang="pt-BR" dirty="0"/>
              <a:t> ferramenta de código aberto usada para automatizar, gerenciar e orientar o fluxo de dados entre diferentes sistemas</a:t>
            </a:r>
          </a:p>
          <a:p>
            <a:r>
              <a:rPr lang="pt-BR" sz="1200" b="1" u="none" strike="noStrike" kern="1200" dirty="0">
                <a:solidFill>
                  <a:schemeClr val="tx1"/>
                </a:solidFill>
                <a:effectLst/>
                <a:latin typeface="+mn-lt"/>
                <a:ea typeface="+mn-ea"/>
                <a:cs typeface="+mn-cs"/>
              </a:rPr>
              <a:t>ETL</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a:t>
            </a:r>
            <a:r>
              <a:rPr lang="pt-BR" dirty="0"/>
              <a:t> </a:t>
            </a:r>
            <a:r>
              <a:rPr lang="pt-BR" b="1" dirty="0" err="1"/>
              <a:t>E</a:t>
            </a:r>
            <a:r>
              <a:rPr lang="pt-BR" dirty="0" err="1"/>
              <a:t>xtract</a:t>
            </a:r>
            <a:r>
              <a:rPr lang="pt-BR" dirty="0"/>
              <a:t>, </a:t>
            </a:r>
            <a:r>
              <a:rPr lang="pt-BR" b="1" dirty="0" err="1"/>
              <a:t>T</a:t>
            </a:r>
            <a:r>
              <a:rPr lang="pt-BR" dirty="0" err="1"/>
              <a:t>ransform</a:t>
            </a:r>
            <a:r>
              <a:rPr lang="pt-BR" dirty="0"/>
              <a:t> &amp; </a:t>
            </a:r>
            <a:r>
              <a:rPr lang="pt-BR" b="1" dirty="0" err="1"/>
              <a:t>L</a:t>
            </a:r>
            <a:r>
              <a:rPr lang="pt-BR" dirty="0" err="1"/>
              <a:t>oad</a:t>
            </a:r>
            <a:r>
              <a:rPr lang="pt-BR" dirty="0"/>
              <a:t> (Extração, Transformação e Carga)</a:t>
            </a:r>
            <a:endParaRPr lang="pt-BR" sz="1200" b="0" u="none" strike="noStrike" kern="1200" dirty="0">
              <a:solidFill>
                <a:schemeClr val="tx1"/>
              </a:solidFill>
              <a:effectLst/>
              <a:latin typeface="+mn-lt"/>
              <a:ea typeface="+mn-ea"/>
              <a:cs typeface="+mn-cs"/>
            </a:endParaRPr>
          </a:p>
          <a:p>
            <a:r>
              <a:rPr lang="pt-BR" b="1" dirty="0"/>
              <a:t>Arquitetura </a:t>
            </a:r>
            <a:r>
              <a:rPr lang="pt-BR" sz="1200" b="1" u="none" strike="noStrike" kern="1200" dirty="0">
                <a:solidFill>
                  <a:schemeClr val="tx1"/>
                </a:solidFill>
                <a:effectLst/>
                <a:latin typeface="+mn-lt"/>
                <a:ea typeface="+mn-ea"/>
                <a:cs typeface="+mn-cs"/>
              </a:rPr>
              <a:t>ETL</a:t>
            </a:r>
            <a:r>
              <a:rPr lang="pt-BR" dirty="0"/>
              <a:t> = processo de integração de dados que coleta informações brutas de diversas origens, organiza conforme regras de negócio e os armazena em repositório central</a:t>
            </a:r>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E97E32C9-8238-EEDC-25AC-4D27BFDEF88E}"/>
              </a:ext>
            </a:extLst>
          </p:cNvPr>
          <p:cNvSpPr>
            <a:spLocks noGrp="1"/>
          </p:cNvSpPr>
          <p:nvPr>
            <p:ph type="sldNum" sz="quarter" idx="5"/>
          </p:nvPr>
        </p:nvSpPr>
        <p:spPr/>
        <p:txBody>
          <a:bodyPr/>
          <a:lstStyle/>
          <a:p>
            <a:fld id="{95A1F49F-5D93-46B8-A17D-DEAD6C160B38}" type="slidenum">
              <a:rPr lang="pt-BR" smtClean="0"/>
              <a:t>69</a:t>
            </a:fld>
            <a:endParaRPr lang="pt-BR"/>
          </a:p>
        </p:txBody>
      </p:sp>
    </p:spTree>
    <p:extLst>
      <p:ext uri="{BB962C8B-B14F-4D97-AF65-F5344CB8AC3E}">
        <p14:creationId xmlns:p14="http://schemas.microsoft.com/office/powerpoint/2010/main" val="12567383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B2A4E-AFE7-9D8A-E6E6-F8C38151996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B83CAAA-0CC3-69E8-8A31-29726F09056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C84D1AB-A49D-0917-9D76-D976EF169D0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4D83339-28F8-0103-339D-30C3971145BD}"/>
              </a:ext>
            </a:extLst>
          </p:cNvPr>
          <p:cNvSpPr>
            <a:spLocks noGrp="1"/>
          </p:cNvSpPr>
          <p:nvPr>
            <p:ph type="sldNum" sz="quarter" idx="5"/>
          </p:nvPr>
        </p:nvSpPr>
        <p:spPr/>
        <p:txBody>
          <a:bodyPr/>
          <a:lstStyle/>
          <a:p>
            <a:fld id="{95A1F49F-5D93-46B8-A17D-DEAD6C160B38}" type="slidenum">
              <a:rPr lang="pt-BR" smtClean="0"/>
              <a:t>70</a:t>
            </a:fld>
            <a:endParaRPr lang="pt-BR"/>
          </a:p>
        </p:txBody>
      </p:sp>
    </p:spTree>
    <p:extLst>
      <p:ext uri="{BB962C8B-B14F-4D97-AF65-F5344CB8AC3E}">
        <p14:creationId xmlns:p14="http://schemas.microsoft.com/office/powerpoint/2010/main" val="39278086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D7A2A-5B65-4FFF-1B3A-8DAB98A0976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25E5541-A586-5DD6-B09C-484C7EDBC73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A35B0F6-1BC7-5999-33CC-BBF029E74A7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B4AFF4AB-2DBA-4F66-1ABE-7C13914F9DEE}"/>
              </a:ext>
            </a:extLst>
          </p:cNvPr>
          <p:cNvSpPr>
            <a:spLocks noGrp="1"/>
          </p:cNvSpPr>
          <p:nvPr>
            <p:ph type="sldNum" sz="quarter" idx="5"/>
          </p:nvPr>
        </p:nvSpPr>
        <p:spPr/>
        <p:txBody>
          <a:bodyPr/>
          <a:lstStyle/>
          <a:p>
            <a:fld id="{95A1F49F-5D93-46B8-A17D-DEAD6C160B38}" type="slidenum">
              <a:rPr lang="pt-BR" smtClean="0"/>
              <a:t>71</a:t>
            </a:fld>
            <a:endParaRPr lang="pt-BR"/>
          </a:p>
        </p:txBody>
      </p:sp>
    </p:spTree>
    <p:extLst>
      <p:ext uri="{BB962C8B-B14F-4D97-AF65-F5344CB8AC3E}">
        <p14:creationId xmlns:p14="http://schemas.microsoft.com/office/powerpoint/2010/main" val="16864003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8458C-53A9-A8D5-1D85-C0E8571E8E4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933CD18-8747-75A9-A0A5-659E004296F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AFB0130-0F5D-5AD1-4FF4-F98C823A42F8}"/>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EBC1A5DA-9AD7-8F9E-B2F1-4A36096951F3}"/>
              </a:ext>
            </a:extLst>
          </p:cNvPr>
          <p:cNvSpPr>
            <a:spLocks noGrp="1"/>
          </p:cNvSpPr>
          <p:nvPr>
            <p:ph type="sldNum" sz="quarter" idx="5"/>
          </p:nvPr>
        </p:nvSpPr>
        <p:spPr/>
        <p:txBody>
          <a:bodyPr/>
          <a:lstStyle/>
          <a:p>
            <a:fld id="{95A1F49F-5D93-46B8-A17D-DEAD6C160B38}" type="slidenum">
              <a:rPr lang="pt-BR" smtClean="0"/>
              <a:t>72</a:t>
            </a:fld>
            <a:endParaRPr lang="pt-BR"/>
          </a:p>
        </p:txBody>
      </p:sp>
    </p:spTree>
    <p:extLst>
      <p:ext uri="{BB962C8B-B14F-4D97-AF65-F5344CB8AC3E}">
        <p14:creationId xmlns:p14="http://schemas.microsoft.com/office/powerpoint/2010/main" val="5845914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DBA3-1069-6F05-8187-216FB2172E8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E6319EB-4E31-4750-56FA-EAEC91CC397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954B712-28EC-2295-C224-CA12C0430F70}"/>
              </a:ext>
            </a:extLst>
          </p:cNvPr>
          <p:cNvSpPr>
            <a:spLocks noGrp="1"/>
          </p:cNvSpPr>
          <p:nvPr>
            <p:ph type="body" idx="1"/>
          </p:nvPr>
        </p:nvSpPr>
        <p:spPr/>
        <p:txBody>
          <a:bodyPr/>
          <a:lstStyle/>
          <a:p>
            <a:r>
              <a:rPr lang="pt-BR" sz="1200" b="1" u="none" strike="noStrike" kern="1200" dirty="0" err="1">
                <a:solidFill>
                  <a:schemeClr val="tx1"/>
                </a:solidFill>
                <a:effectLst/>
                <a:latin typeface="+mn-lt"/>
                <a:ea typeface="+mn-ea"/>
                <a:cs typeface="+mn-cs"/>
              </a:rPr>
              <a:t>Mod</a:t>
            </a:r>
            <a:r>
              <a:rPr lang="pt-BR" sz="1200" b="0" u="none" strike="noStrike" kern="1200" dirty="0">
                <a:solidFill>
                  <a:schemeClr val="tx1"/>
                </a:solidFill>
                <a:effectLst/>
                <a:latin typeface="+mn-lt"/>
                <a:ea typeface="+mn-ea"/>
                <a:cs typeface="+mn-cs"/>
              </a:rPr>
              <a:t> = </a:t>
            </a:r>
            <a:r>
              <a:rPr lang="pt-BR" dirty="0"/>
              <a:t>modificação criada por usuários que altera ou adiciona novos recursos ao jogo padrão</a:t>
            </a:r>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30A1F68C-D4C2-CD6F-DCBD-9EE5ECC79AA6}"/>
              </a:ext>
            </a:extLst>
          </p:cNvPr>
          <p:cNvSpPr>
            <a:spLocks noGrp="1"/>
          </p:cNvSpPr>
          <p:nvPr>
            <p:ph type="sldNum" sz="quarter" idx="5"/>
          </p:nvPr>
        </p:nvSpPr>
        <p:spPr/>
        <p:txBody>
          <a:bodyPr/>
          <a:lstStyle/>
          <a:p>
            <a:fld id="{95A1F49F-5D93-46B8-A17D-DEAD6C160B38}" type="slidenum">
              <a:rPr lang="pt-BR" smtClean="0"/>
              <a:t>73</a:t>
            </a:fld>
            <a:endParaRPr lang="pt-BR"/>
          </a:p>
        </p:txBody>
      </p:sp>
    </p:spTree>
    <p:extLst>
      <p:ext uri="{BB962C8B-B14F-4D97-AF65-F5344CB8AC3E}">
        <p14:creationId xmlns:p14="http://schemas.microsoft.com/office/powerpoint/2010/main" val="2927262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A5549-B735-454B-8ABC-EEAD6450591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B939677-B6E3-CEAA-A89B-506D92DCA9A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26A39EE-3E82-B6F0-97ED-250BE8C6017C}"/>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A16068FC-F2A0-9397-7FBB-39AA3A4C1C66}"/>
              </a:ext>
            </a:extLst>
          </p:cNvPr>
          <p:cNvSpPr>
            <a:spLocks noGrp="1"/>
          </p:cNvSpPr>
          <p:nvPr>
            <p:ph type="sldNum" sz="quarter" idx="5"/>
          </p:nvPr>
        </p:nvSpPr>
        <p:spPr/>
        <p:txBody>
          <a:bodyPr/>
          <a:lstStyle/>
          <a:p>
            <a:fld id="{95A1F49F-5D93-46B8-A17D-DEAD6C160B38}" type="slidenum">
              <a:rPr lang="pt-BR" smtClean="0"/>
              <a:t>74</a:t>
            </a:fld>
            <a:endParaRPr lang="pt-BR"/>
          </a:p>
        </p:txBody>
      </p:sp>
    </p:spTree>
    <p:extLst>
      <p:ext uri="{BB962C8B-B14F-4D97-AF65-F5344CB8AC3E}">
        <p14:creationId xmlns:p14="http://schemas.microsoft.com/office/powerpoint/2010/main" val="31632879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0818-EBC8-EB35-9E19-82F5ABF9B01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D2ECFC8-0803-49C0-742F-315A441CBA5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4B1888F-9829-52DC-751A-D7F31CB3EC80}"/>
              </a:ext>
            </a:extLst>
          </p:cNvPr>
          <p:cNvSpPr>
            <a:spLocks noGrp="1"/>
          </p:cNvSpPr>
          <p:nvPr>
            <p:ph type="body" idx="1"/>
          </p:nvPr>
        </p:nvSpPr>
        <p:spPr/>
        <p:txBody>
          <a:bodyPr/>
          <a:lstStyle/>
          <a:p>
            <a:r>
              <a:rPr lang="pt-BR" b="1" dirty="0"/>
              <a:t>MVP</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a:t>
            </a:r>
            <a:r>
              <a:rPr lang="pt-BR" dirty="0"/>
              <a:t> </a:t>
            </a:r>
            <a:r>
              <a:rPr lang="pt-BR" sz="1200" b="1" i="0" u="none" strike="noStrike" kern="1200" dirty="0" err="1">
                <a:solidFill>
                  <a:schemeClr val="tx1"/>
                </a:solidFill>
                <a:effectLst/>
                <a:latin typeface="+mn-lt"/>
                <a:ea typeface="+mn-ea"/>
                <a:cs typeface="+mn-cs"/>
              </a:rPr>
              <a:t>M</a:t>
            </a:r>
            <a:r>
              <a:rPr lang="pt-BR" sz="1200" b="0" i="0" u="none" strike="noStrike" kern="1200" dirty="0" err="1">
                <a:solidFill>
                  <a:schemeClr val="tx1"/>
                </a:solidFill>
                <a:effectLst/>
                <a:latin typeface="+mn-lt"/>
                <a:ea typeface="+mn-ea"/>
                <a:cs typeface="+mn-cs"/>
              </a:rPr>
              <a:t>inimum</a:t>
            </a:r>
            <a:r>
              <a:rPr lang="pt-BR" sz="1200" b="0" i="0" u="none" strike="noStrike" kern="1200" dirty="0">
                <a:solidFill>
                  <a:schemeClr val="tx1"/>
                </a:solidFill>
                <a:effectLst/>
                <a:latin typeface="+mn-lt"/>
                <a:ea typeface="+mn-ea"/>
                <a:cs typeface="+mn-cs"/>
              </a:rPr>
              <a:t> </a:t>
            </a:r>
            <a:r>
              <a:rPr lang="pt-BR" sz="1200" b="1" i="0" u="none" strike="noStrike" kern="1200" dirty="0" err="1">
                <a:solidFill>
                  <a:schemeClr val="tx1"/>
                </a:solidFill>
                <a:effectLst/>
                <a:latin typeface="+mn-lt"/>
                <a:ea typeface="+mn-ea"/>
                <a:cs typeface="+mn-cs"/>
              </a:rPr>
              <a:t>V</a:t>
            </a:r>
            <a:r>
              <a:rPr lang="pt-BR" sz="1200" b="0" i="0" u="none" strike="noStrike" kern="1200" dirty="0" err="1">
                <a:solidFill>
                  <a:schemeClr val="tx1"/>
                </a:solidFill>
                <a:effectLst/>
                <a:latin typeface="+mn-lt"/>
                <a:ea typeface="+mn-ea"/>
                <a:cs typeface="+mn-cs"/>
              </a:rPr>
              <a:t>iable</a:t>
            </a:r>
            <a:r>
              <a:rPr lang="pt-BR" sz="1200" b="0" i="0" u="none" strike="noStrike" kern="1200" dirty="0">
                <a:solidFill>
                  <a:schemeClr val="tx1"/>
                </a:solidFill>
                <a:effectLst/>
                <a:latin typeface="+mn-lt"/>
                <a:ea typeface="+mn-ea"/>
                <a:cs typeface="+mn-cs"/>
              </a:rPr>
              <a:t> </a:t>
            </a:r>
            <a:r>
              <a:rPr lang="pt-BR" sz="1200" b="1" i="0" u="none" strike="noStrike" kern="1200" dirty="0" err="1">
                <a:solidFill>
                  <a:schemeClr val="tx1"/>
                </a:solidFill>
                <a:effectLst/>
                <a:latin typeface="+mn-lt"/>
                <a:ea typeface="+mn-ea"/>
                <a:cs typeface="+mn-cs"/>
              </a:rPr>
              <a:t>P</a:t>
            </a:r>
            <a:r>
              <a:rPr lang="pt-BR" sz="1200" b="0" i="0" u="none" strike="noStrike" kern="1200" dirty="0" err="1">
                <a:solidFill>
                  <a:schemeClr val="tx1"/>
                </a:solidFill>
                <a:effectLst/>
                <a:latin typeface="+mn-lt"/>
                <a:ea typeface="+mn-ea"/>
                <a:cs typeface="+mn-cs"/>
              </a:rPr>
              <a:t>roduct</a:t>
            </a:r>
            <a:r>
              <a:rPr lang="pt-BR" dirty="0"/>
              <a:t> (Produto Mínimo Viável) - versão mais básica de um software que resolve a dor principal do usuário</a:t>
            </a:r>
          </a:p>
          <a:p>
            <a:r>
              <a:rPr lang="pt-BR" sz="1200" b="1" u="none" strike="noStrike" kern="1200" dirty="0">
                <a:solidFill>
                  <a:schemeClr val="tx1"/>
                </a:solidFill>
                <a:effectLst/>
                <a:latin typeface="+mn-lt"/>
                <a:ea typeface="+mn-ea"/>
                <a:cs typeface="+mn-cs"/>
              </a:rPr>
              <a:t>SaaS</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a:t>
            </a:r>
            <a:r>
              <a:rPr lang="pt-BR" dirty="0"/>
              <a:t> </a:t>
            </a:r>
            <a:r>
              <a:rPr lang="pt-BR" sz="1200" b="1" i="0" u="none" strike="noStrike" kern="1200" dirty="0">
                <a:solidFill>
                  <a:schemeClr val="tx1"/>
                </a:solidFill>
                <a:effectLst/>
                <a:latin typeface="+mn-lt"/>
                <a:ea typeface="+mn-ea"/>
                <a:cs typeface="+mn-cs"/>
              </a:rPr>
              <a:t>S</a:t>
            </a:r>
            <a:r>
              <a:rPr lang="pt-BR" sz="1200" b="0" i="0" u="none" strike="noStrike" kern="1200" dirty="0">
                <a:solidFill>
                  <a:schemeClr val="tx1"/>
                </a:solidFill>
                <a:effectLst/>
                <a:latin typeface="+mn-lt"/>
                <a:ea typeface="+mn-ea"/>
                <a:cs typeface="+mn-cs"/>
              </a:rPr>
              <a:t>oftware </a:t>
            </a:r>
            <a:r>
              <a:rPr lang="pt-BR" sz="1200" b="1" i="0" u="none" strike="noStrike" kern="1200" dirty="0">
                <a:solidFill>
                  <a:schemeClr val="tx1"/>
                </a:solidFill>
                <a:effectLst/>
                <a:latin typeface="+mn-lt"/>
                <a:ea typeface="+mn-ea"/>
                <a:cs typeface="+mn-cs"/>
              </a:rPr>
              <a:t>a</a:t>
            </a:r>
            <a:r>
              <a:rPr lang="pt-BR" sz="1200" b="0" i="0" u="none" strike="noStrike" kern="1200" dirty="0">
                <a:solidFill>
                  <a:schemeClr val="tx1"/>
                </a:solidFill>
                <a:effectLst/>
                <a:latin typeface="+mn-lt"/>
                <a:ea typeface="+mn-ea"/>
                <a:cs typeface="+mn-cs"/>
              </a:rPr>
              <a:t>s </a:t>
            </a:r>
            <a:r>
              <a:rPr lang="pt-BR" sz="1200" b="1" i="0" u="none" strike="noStrike" kern="1200" dirty="0">
                <a:solidFill>
                  <a:schemeClr val="tx1"/>
                </a:solidFill>
                <a:effectLst/>
                <a:latin typeface="+mn-lt"/>
                <a:ea typeface="+mn-ea"/>
                <a:cs typeface="+mn-cs"/>
              </a:rPr>
              <a:t>a</a:t>
            </a:r>
            <a:r>
              <a:rPr lang="pt-BR" sz="1200" b="0" i="0" u="none" strike="noStrike" kern="1200" dirty="0">
                <a:solidFill>
                  <a:schemeClr val="tx1"/>
                </a:solidFill>
                <a:effectLst/>
                <a:latin typeface="+mn-lt"/>
                <a:ea typeface="+mn-ea"/>
                <a:cs typeface="+mn-cs"/>
              </a:rPr>
              <a:t> </a:t>
            </a:r>
            <a:r>
              <a:rPr lang="pt-BR" sz="1200" b="1" i="0" u="none" strike="noStrike" kern="1200" dirty="0">
                <a:solidFill>
                  <a:schemeClr val="tx1"/>
                </a:solidFill>
                <a:effectLst/>
                <a:latin typeface="+mn-lt"/>
                <a:ea typeface="+mn-ea"/>
                <a:cs typeface="+mn-cs"/>
              </a:rPr>
              <a:t>S</a:t>
            </a:r>
            <a:r>
              <a:rPr lang="pt-BR" sz="1200" b="0" i="0" u="none" strike="noStrike" kern="1200" dirty="0">
                <a:solidFill>
                  <a:schemeClr val="tx1"/>
                </a:solidFill>
                <a:effectLst/>
                <a:latin typeface="+mn-lt"/>
                <a:ea typeface="+mn-ea"/>
                <a:cs typeface="+mn-cs"/>
              </a:rPr>
              <a:t>ervice</a:t>
            </a:r>
            <a:r>
              <a:rPr lang="pt-BR" dirty="0"/>
              <a:t> (Software como Serviço) - modelo de distribuição de software em que aplicações são hospedadas na nuvem e acessadas diretamente pela internet (browser)</a:t>
            </a:r>
          </a:p>
          <a:p>
            <a:r>
              <a:rPr lang="pt-BR" sz="1200" b="1" u="none" strike="noStrike" kern="1200" dirty="0">
                <a:solidFill>
                  <a:schemeClr val="tx1"/>
                </a:solidFill>
                <a:effectLst/>
                <a:latin typeface="+mn-lt"/>
                <a:ea typeface="+mn-ea"/>
                <a:cs typeface="+mn-cs"/>
              </a:rPr>
              <a:t>IoT</a:t>
            </a:r>
            <a:r>
              <a:rPr lang="pt-BR" dirty="0"/>
              <a:t> </a:t>
            </a:r>
            <a:r>
              <a:rPr lang="pt-BR" dirty="0">
                <a:latin typeface="Calibri" panose="020F0502020204030204" pitchFamily="34" charset="0"/>
                <a:ea typeface="Calibri" panose="020F0502020204030204" pitchFamily="34" charset="0"/>
                <a:cs typeface="Calibri" panose="020F0502020204030204" pitchFamily="34" charset="0"/>
              </a:rPr>
              <a:t>≡</a:t>
            </a:r>
            <a:r>
              <a:rPr lang="pt-BR" dirty="0"/>
              <a:t> </a:t>
            </a:r>
            <a:r>
              <a:rPr lang="pt-BR" sz="1200" b="1" i="0" u="none" strike="noStrike" kern="1200" dirty="0">
                <a:solidFill>
                  <a:schemeClr val="tx1"/>
                </a:solidFill>
                <a:effectLst/>
                <a:latin typeface="+mn-lt"/>
                <a:ea typeface="+mn-ea"/>
                <a:cs typeface="+mn-cs"/>
              </a:rPr>
              <a:t>I</a:t>
            </a:r>
            <a:r>
              <a:rPr lang="pt-BR" sz="1200" b="0" i="0" u="none" strike="noStrike" kern="1200" dirty="0">
                <a:solidFill>
                  <a:schemeClr val="tx1"/>
                </a:solidFill>
                <a:effectLst/>
                <a:latin typeface="+mn-lt"/>
                <a:ea typeface="+mn-ea"/>
                <a:cs typeface="+mn-cs"/>
              </a:rPr>
              <a:t>nternet </a:t>
            </a:r>
            <a:r>
              <a:rPr lang="pt-BR" sz="1200" b="1" i="0" u="none" strike="noStrike" kern="1200" dirty="0" err="1">
                <a:solidFill>
                  <a:schemeClr val="tx1"/>
                </a:solidFill>
                <a:effectLst/>
                <a:latin typeface="+mn-lt"/>
                <a:ea typeface="+mn-ea"/>
                <a:cs typeface="+mn-cs"/>
              </a:rPr>
              <a:t>o</a:t>
            </a:r>
            <a:r>
              <a:rPr lang="pt-BR" sz="1200" b="0" i="0" u="none" strike="noStrike" kern="1200" dirty="0" err="1">
                <a:solidFill>
                  <a:schemeClr val="tx1"/>
                </a:solidFill>
                <a:effectLst/>
                <a:latin typeface="+mn-lt"/>
                <a:ea typeface="+mn-ea"/>
                <a:cs typeface="+mn-cs"/>
              </a:rPr>
              <a:t>f</a:t>
            </a:r>
            <a:r>
              <a:rPr lang="pt-BR" sz="1200" b="0" i="0" u="none" strike="noStrike" kern="1200" dirty="0">
                <a:solidFill>
                  <a:schemeClr val="tx1"/>
                </a:solidFill>
                <a:effectLst/>
                <a:latin typeface="+mn-lt"/>
                <a:ea typeface="+mn-ea"/>
                <a:cs typeface="+mn-cs"/>
              </a:rPr>
              <a:t> </a:t>
            </a:r>
            <a:r>
              <a:rPr lang="pt-BR" sz="1200" b="1" i="0" u="none" strike="noStrike" kern="1200" dirty="0" err="1">
                <a:solidFill>
                  <a:schemeClr val="tx1"/>
                </a:solidFill>
                <a:effectLst/>
                <a:latin typeface="+mn-lt"/>
                <a:ea typeface="+mn-ea"/>
                <a:cs typeface="+mn-cs"/>
              </a:rPr>
              <a:t>T</a:t>
            </a:r>
            <a:r>
              <a:rPr lang="pt-BR" sz="1200" b="0" i="0" u="none" strike="noStrike" kern="1200" dirty="0" err="1">
                <a:solidFill>
                  <a:schemeClr val="tx1"/>
                </a:solidFill>
                <a:effectLst/>
                <a:latin typeface="+mn-lt"/>
                <a:ea typeface="+mn-ea"/>
                <a:cs typeface="+mn-cs"/>
              </a:rPr>
              <a:t>hings</a:t>
            </a:r>
            <a:r>
              <a:rPr lang="pt-BR" sz="1200" b="0" i="0" u="none" strike="noStrike" kern="1200" dirty="0">
                <a:solidFill>
                  <a:schemeClr val="tx1"/>
                </a:solidFill>
                <a:effectLst/>
                <a:latin typeface="+mn-lt"/>
                <a:ea typeface="+mn-ea"/>
                <a:cs typeface="+mn-cs"/>
              </a:rPr>
              <a:t> </a:t>
            </a:r>
            <a:r>
              <a:rPr lang="pt-BR" b="0" i="0" dirty="0"/>
              <a:t>(</a:t>
            </a:r>
            <a:r>
              <a:rPr lang="pt-BR" sz="1200" b="0" i="0" u="none" strike="noStrike" kern="1200" dirty="0">
                <a:solidFill>
                  <a:schemeClr val="tx1"/>
                </a:solidFill>
                <a:effectLst/>
                <a:latin typeface="+mn-lt"/>
                <a:ea typeface="+mn-ea"/>
                <a:cs typeface="+mn-cs"/>
              </a:rPr>
              <a:t>Internet das Coisas</a:t>
            </a:r>
            <a:r>
              <a:rPr lang="pt-BR" dirty="0"/>
              <a:t>) - rede de objetos físicos que se conectam à internet para coletar e trocar dados</a:t>
            </a:r>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CA7FD56E-979A-1D70-6070-315031F971DC}"/>
              </a:ext>
            </a:extLst>
          </p:cNvPr>
          <p:cNvSpPr>
            <a:spLocks noGrp="1"/>
          </p:cNvSpPr>
          <p:nvPr>
            <p:ph type="sldNum" sz="quarter" idx="5"/>
          </p:nvPr>
        </p:nvSpPr>
        <p:spPr/>
        <p:txBody>
          <a:bodyPr/>
          <a:lstStyle/>
          <a:p>
            <a:fld id="{95A1F49F-5D93-46B8-A17D-DEAD6C160B38}" type="slidenum">
              <a:rPr lang="pt-BR" smtClean="0"/>
              <a:t>75</a:t>
            </a:fld>
            <a:endParaRPr lang="pt-BR"/>
          </a:p>
        </p:txBody>
      </p:sp>
    </p:spTree>
    <p:extLst>
      <p:ext uri="{BB962C8B-B14F-4D97-AF65-F5344CB8AC3E}">
        <p14:creationId xmlns:p14="http://schemas.microsoft.com/office/powerpoint/2010/main" val="13768439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C11D4-85A2-8E30-7454-520FB886BD8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BE80E44-81EA-3A40-DE19-A0D65548FFD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064C6A8-3C79-CD99-FA0F-E5A33307538C}"/>
              </a:ext>
            </a:extLst>
          </p:cNvPr>
          <p:cNvSpPr>
            <a:spLocks noGrp="1"/>
          </p:cNvSpPr>
          <p:nvPr>
            <p:ph type="body" idx="1"/>
          </p:nvPr>
        </p:nvSpPr>
        <p:spPr/>
        <p:txBody>
          <a:bodyPr/>
          <a:lstStyle/>
          <a:p>
            <a:endParaRPr lang="pt-BR" sz="1200" b="0" u="none" strike="noStrike" kern="1200" dirty="0">
              <a:solidFill>
                <a:schemeClr val="tx1"/>
              </a:solidFill>
              <a:effectLst/>
              <a:latin typeface="+mn-lt"/>
              <a:ea typeface="+mn-ea"/>
              <a:cs typeface="+mn-cs"/>
            </a:endParaRPr>
          </a:p>
        </p:txBody>
      </p:sp>
      <p:sp>
        <p:nvSpPr>
          <p:cNvPr id="4" name="Espaço Reservado para Número de Slide 3">
            <a:extLst>
              <a:ext uri="{FF2B5EF4-FFF2-40B4-BE49-F238E27FC236}">
                <a16:creationId xmlns:a16="http://schemas.microsoft.com/office/drawing/2014/main" id="{E156E1E8-DD91-AC8D-2406-BC729D151179}"/>
              </a:ext>
            </a:extLst>
          </p:cNvPr>
          <p:cNvSpPr>
            <a:spLocks noGrp="1"/>
          </p:cNvSpPr>
          <p:nvPr>
            <p:ph type="sldNum" sz="quarter" idx="5"/>
          </p:nvPr>
        </p:nvSpPr>
        <p:spPr/>
        <p:txBody>
          <a:bodyPr/>
          <a:lstStyle/>
          <a:p>
            <a:fld id="{95A1F49F-5D93-46B8-A17D-DEAD6C160B38}" type="slidenum">
              <a:rPr lang="pt-BR" smtClean="0"/>
              <a:t>76</a:t>
            </a:fld>
            <a:endParaRPr lang="pt-BR"/>
          </a:p>
        </p:txBody>
      </p:sp>
    </p:spTree>
    <p:extLst>
      <p:ext uri="{BB962C8B-B14F-4D97-AF65-F5344CB8AC3E}">
        <p14:creationId xmlns:p14="http://schemas.microsoft.com/office/powerpoint/2010/main" val="26435237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95A1F49F-5D93-46B8-A17D-DEAD6C160B38}" type="slidenum">
              <a:rPr lang="pt-BR" smtClean="0"/>
              <a:t>77</a:t>
            </a:fld>
            <a:endParaRPr lang="pt-BR"/>
          </a:p>
        </p:txBody>
      </p:sp>
    </p:spTree>
    <p:extLst>
      <p:ext uri="{BB962C8B-B14F-4D97-AF65-F5344CB8AC3E}">
        <p14:creationId xmlns:p14="http://schemas.microsoft.com/office/powerpoint/2010/main" val="1254865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AC5AAD-27B4-D905-84CC-262FC65B5ED6}"/>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12E58DA4-4702-B336-28BD-0DEF749FF3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E3CCA300-3128-3010-76D2-65E9C8EA36A9}"/>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5" name="Espaço Reservado para Rodapé 4">
            <a:extLst>
              <a:ext uri="{FF2B5EF4-FFF2-40B4-BE49-F238E27FC236}">
                <a16:creationId xmlns:a16="http://schemas.microsoft.com/office/drawing/2014/main" id="{B8877374-A328-D3AB-8412-70572DC5871D}"/>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E8286627-AF17-B58F-DB2F-089A889DEC5C}"/>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32270456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FFD3EC-678A-B56A-E3F1-5E2428E38033}"/>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06A7BBB5-0EE9-2A7E-73FA-550D14002808}"/>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8E806F6-3982-A8F6-6522-69A0A7F476E3}"/>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5" name="Espaço Reservado para Rodapé 4">
            <a:extLst>
              <a:ext uri="{FF2B5EF4-FFF2-40B4-BE49-F238E27FC236}">
                <a16:creationId xmlns:a16="http://schemas.microsoft.com/office/drawing/2014/main" id="{38CFBE36-6EE1-C41F-E2B4-881A4A6AD61D}"/>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41AE373C-50BA-A434-7E1F-E81C65BE02D8}"/>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36138046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0478E7-5B2C-685E-8E2B-C9B5CC66D7F1}"/>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50434F33-6963-A34C-AF54-FCC35AEA9F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EAF3440E-89EF-AB09-54A6-6F3DE0194E63}"/>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5" name="Espaço Reservado para Rodapé 4">
            <a:extLst>
              <a:ext uri="{FF2B5EF4-FFF2-40B4-BE49-F238E27FC236}">
                <a16:creationId xmlns:a16="http://schemas.microsoft.com/office/drawing/2014/main" id="{4C9F1FDA-360A-30B6-96C1-5232632B02F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D138D2B2-26B0-1752-E834-091E24BF1867}"/>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25412789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92BF8B-BE5C-7728-6EF3-591B13029F93}"/>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2C16EBF-68F9-E1C0-A5D8-E3DC717FF713}"/>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8175EBC-B554-6073-AE92-D4D78B3CDD44}"/>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1D0D0F7E-7B0D-758A-82FC-A083EB155DB1}"/>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6" name="Espaço Reservado para Rodapé 5">
            <a:extLst>
              <a:ext uri="{FF2B5EF4-FFF2-40B4-BE49-F238E27FC236}">
                <a16:creationId xmlns:a16="http://schemas.microsoft.com/office/drawing/2014/main" id="{F472F8E1-9502-EFD7-2506-30A656F57DC5}"/>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9525EA1C-C780-CC38-0E43-CA394F3E8566}"/>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25911940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73CD8B-8896-93DD-C748-019E75ABEA4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F35866D9-9BFB-39EA-1C00-7F454AF28F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32E0DDA9-7058-B350-0269-B2453FA14739}"/>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D5D55968-BD66-96C6-BA18-E2F0BA6F3D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242FC356-4746-97A9-7E17-419E7953C091}"/>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B84F2816-557D-43C8-58D1-CEF007FBAC9A}"/>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8" name="Espaço Reservado para Rodapé 7">
            <a:extLst>
              <a:ext uri="{FF2B5EF4-FFF2-40B4-BE49-F238E27FC236}">
                <a16:creationId xmlns:a16="http://schemas.microsoft.com/office/drawing/2014/main" id="{F3A2DFBE-273F-AA9F-4CA3-0B680454D96F}"/>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9" name="Espaço Reservado para Número de Slide 8">
            <a:extLst>
              <a:ext uri="{FF2B5EF4-FFF2-40B4-BE49-F238E27FC236}">
                <a16:creationId xmlns:a16="http://schemas.microsoft.com/office/drawing/2014/main" id="{D37F0115-B385-8945-6DBB-FAE21B39DFD0}"/>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20017937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95FC5F-091C-A66C-2E7B-27EBD4EAE37F}"/>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279F5F3A-3919-9F1A-0FFE-42F4BF9651FE}"/>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4" name="Espaço Reservado para Rodapé 3">
            <a:extLst>
              <a:ext uri="{FF2B5EF4-FFF2-40B4-BE49-F238E27FC236}">
                <a16:creationId xmlns:a16="http://schemas.microsoft.com/office/drawing/2014/main" id="{CDE41BB9-114E-6C68-DF37-8935AA5A83F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2C38700C-2A40-299D-3981-1089D0001293}"/>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23602672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36BA8C3-1790-4E33-A1AC-7F808B86CE0D}"/>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3" name="Espaço Reservado para Rodapé 2">
            <a:extLst>
              <a:ext uri="{FF2B5EF4-FFF2-40B4-BE49-F238E27FC236}">
                <a16:creationId xmlns:a16="http://schemas.microsoft.com/office/drawing/2014/main" id="{F593E7D1-0ABB-CAD3-F372-4415CCA01F7B}"/>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4" name="Espaço Reservado para Número de Slide 3">
            <a:extLst>
              <a:ext uri="{FF2B5EF4-FFF2-40B4-BE49-F238E27FC236}">
                <a16:creationId xmlns:a16="http://schemas.microsoft.com/office/drawing/2014/main" id="{F5BF05AC-4C29-0BFF-0BF3-735A3F5EB456}"/>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38579541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3A1A8A-2C3C-BDC2-B86F-F3A92E0884E9}"/>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9473199-E331-9B36-B5E6-C92CB69818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17765458-4549-70BA-21BE-70AC29F95C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CDDD18D-0A5E-BAFC-A753-309EA5765233}"/>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6" name="Espaço Reservado para Rodapé 5">
            <a:extLst>
              <a:ext uri="{FF2B5EF4-FFF2-40B4-BE49-F238E27FC236}">
                <a16:creationId xmlns:a16="http://schemas.microsoft.com/office/drawing/2014/main" id="{80627D89-D834-5C7D-F101-E96E4D6D2150}"/>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879C5C97-9F63-7E21-A768-A11E33EC6AF4}"/>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1090171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BB1E1C-F792-2D3D-25B4-60663F7691A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F84082D2-27C1-60AF-D302-0C31CAD55E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7AEB9751-A5A3-D7F3-10E3-32A9F3B4B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7A4DBC65-E16C-6A33-A21F-F947DE4DD420}"/>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6" name="Espaço Reservado para Rodapé 5">
            <a:extLst>
              <a:ext uri="{FF2B5EF4-FFF2-40B4-BE49-F238E27FC236}">
                <a16:creationId xmlns:a16="http://schemas.microsoft.com/office/drawing/2014/main" id="{A3BA6AF6-55DD-C7E8-249B-D79FB3A2B41A}"/>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B73BFE6B-6B04-5D12-8BB1-730226218C5C}"/>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3896648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348221-4698-4960-6B39-B87A8B0867C2}"/>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6C0833A-86A6-1E3E-D2EA-9CBC6A3EC748}"/>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98777CF-2063-EAD0-7F0E-84C207642BDA}"/>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5" name="Espaço Reservado para Rodapé 4">
            <a:extLst>
              <a:ext uri="{FF2B5EF4-FFF2-40B4-BE49-F238E27FC236}">
                <a16:creationId xmlns:a16="http://schemas.microsoft.com/office/drawing/2014/main" id="{2B7C2598-63B0-28FA-B420-BF557717B5B9}"/>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963D906C-60D5-F925-CE97-941C7DF67951}"/>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3478205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8168366-472E-55B5-F63A-6760A9602457}"/>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A2F92437-801F-9C81-4E97-8A09C8960FDE}"/>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7F094BA-A511-CE48-BDA0-1AEF8BCDC01D}"/>
              </a:ext>
            </a:extLst>
          </p:cNvPr>
          <p:cNvSpPr>
            <a:spLocks noGrp="1"/>
          </p:cNvSpPr>
          <p:nvPr>
            <p:ph type="dt" sz="half" idx="10"/>
          </p:nvPr>
        </p:nvSpPr>
        <p:spPr>
          <a:xfrm>
            <a:off x="838200" y="6356350"/>
            <a:ext cx="2743200" cy="365125"/>
          </a:xfrm>
          <a:prstGeom prst="rect">
            <a:avLst/>
          </a:prstGeom>
        </p:spPr>
        <p:txBody>
          <a:bodyPr/>
          <a:lstStyle/>
          <a:p>
            <a:fld id="{9BE9A608-88FC-4C80-8673-7EAC82D94A3A}" type="datetimeFigureOut">
              <a:rPr lang="pt-BR" smtClean="0"/>
              <a:t>06/09/2026</a:t>
            </a:fld>
            <a:endParaRPr lang="pt-BR"/>
          </a:p>
        </p:txBody>
      </p:sp>
      <p:sp>
        <p:nvSpPr>
          <p:cNvPr id="5" name="Espaço Reservado para Rodapé 4">
            <a:extLst>
              <a:ext uri="{FF2B5EF4-FFF2-40B4-BE49-F238E27FC236}">
                <a16:creationId xmlns:a16="http://schemas.microsoft.com/office/drawing/2014/main" id="{148C5FB5-E5BB-484C-B30E-CDF7E296DDCA}"/>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1B31972B-76C5-5DDC-72F4-B843759E4701}"/>
              </a:ext>
            </a:extLst>
          </p:cNvPr>
          <p:cNvSpPr>
            <a:spLocks noGrp="1"/>
          </p:cNvSpPr>
          <p:nvPr>
            <p:ph type="sldNum" sz="quarter" idx="12"/>
          </p:nvPr>
        </p:nvSpPr>
        <p:spPr>
          <a:xfrm>
            <a:off x="8610600" y="6356350"/>
            <a:ext cx="2743200" cy="365125"/>
          </a:xfrm>
          <a:prstGeom prst="rect">
            <a:avLst/>
          </a:prstGeom>
        </p:spPr>
        <p:txBody>
          <a:bodyPr/>
          <a:lstStyle/>
          <a:p>
            <a:fld id="{0F63B182-B52B-4D8E-AD45-323C1352E65B}" type="slidenum">
              <a:rPr lang="pt-BR" smtClean="0"/>
              <a:t>‹nº›</a:t>
            </a:fld>
            <a:endParaRPr lang="pt-BR"/>
          </a:p>
        </p:txBody>
      </p:sp>
    </p:spTree>
    <p:extLst>
      <p:ext uri="{BB962C8B-B14F-4D97-AF65-F5344CB8AC3E}">
        <p14:creationId xmlns:p14="http://schemas.microsoft.com/office/powerpoint/2010/main" val="3011026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2E297FB-C716-E854-07DC-4371A4468E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2059641C-5E9B-B77A-160A-B9047ADCC2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8" name="TextBox 8">
            <a:extLst>
              <a:ext uri="{FF2B5EF4-FFF2-40B4-BE49-F238E27FC236}">
                <a16:creationId xmlns:a16="http://schemas.microsoft.com/office/drawing/2014/main" id="{7396C686-F172-F3F2-0C80-5D8C851E9297}"/>
              </a:ext>
            </a:extLst>
          </p:cNvPr>
          <p:cNvSpPr txBox="1"/>
          <p:nvPr userDrawn="1"/>
        </p:nvSpPr>
        <p:spPr>
          <a:xfrm>
            <a:off x="6381303" y="6499706"/>
            <a:ext cx="437940" cy="276999"/>
          </a:xfrm>
          <a:prstGeom prst="rect">
            <a:avLst/>
          </a:prstGeom>
          <a:noFill/>
        </p:spPr>
        <p:txBody>
          <a:bodyPr wrap="none">
            <a:spAutoFit/>
          </a:bodyPr>
          <a:lstStyle/>
          <a:p>
            <a:pPr fontAlgn="auto">
              <a:spcBef>
                <a:spcPts val="0"/>
              </a:spcBef>
              <a:spcAft>
                <a:spcPts val="0"/>
              </a:spcAft>
              <a:defRPr/>
            </a:pPr>
            <a:fld id="{A83475AF-686F-438A-8CC9-AC13A9024161}" type="slidenum">
              <a:rPr lang="pt-BR" sz="1200" b="1" baseline="0">
                <a:solidFill>
                  <a:schemeClr val="accent1"/>
                </a:solidFill>
                <a:latin typeface="+mn-lt"/>
                <a:cs typeface="Arial" pitchFamily="34" charset="0"/>
              </a:rPr>
              <a:pPr fontAlgn="auto">
                <a:spcBef>
                  <a:spcPts val="0"/>
                </a:spcBef>
                <a:spcAft>
                  <a:spcPts val="0"/>
                </a:spcAft>
                <a:defRPr/>
              </a:pPr>
              <a:t>‹nº›</a:t>
            </a:fld>
            <a:endParaRPr lang="pt-BR" sz="1200" b="1" baseline="0" dirty="0">
              <a:solidFill>
                <a:schemeClr val="accent1"/>
              </a:solidFill>
              <a:latin typeface="+mn-lt"/>
              <a:cs typeface="Arial" pitchFamily="34" charset="0"/>
            </a:endParaRPr>
          </a:p>
        </p:txBody>
      </p:sp>
      <p:pic>
        <p:nvPicPr>
          <p:cNvPr id="10" name="Imagem 6">
            <a:extLst>
              <a:ext uri="{FF2B5EF4-FFF2-40B4-BE49-F238E27FC236}">
                <a16:creationId xmlns:a16="http://schemas.microsoft.com/office/drawing/2014/main" id="{BC1F31D8-D26D-2CAD-F576-A974D625E10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407015" y="6311205"/>
            <a:ext cx="1768157" cy="529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5500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5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6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6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7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3.xml"/><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4.xml"/><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emf"/></Relationships>
</file>

<file path=ppt/slides/_rels/slide7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77.xml.rels><?xml version="1.0" encoding="UTF-8" standalone="yes"?>
<Relationships xmlns="http://schemas.openxmlformats.org/package/2006/relationships"><Relationship Id="rId8" Type="http://schemas.openxmlformats.org/officeDocument/2006/relationships/hyperlink" Target="https://www.mindinventory.com/blog/software-architecture-patterns" TargetMode="External"/><Relationship Id="rId3" Type="http://schemas.openxmlformats.org/officeDocument/2006/relationships/image" Target="../media/image62.png"/><Relationship Id="rId7" Type="http://schemas.openxmlformats.org/officeDocument/2006/relationships/hyperlink" Target="https://www.mindinventory.com/blog/author/parthpandya" TargetMode="External"/><Relationship Id="rId2" Type="http://schemas.openxmlformats.org/officeDocument/2006/relationships/notesSlide" Target="../notesSlides/notesSlide56.xml"/><Relationship Id="rId1" Type="http://schemas.openxmlformats.org/officeDocument/2006/relationships/slideLayout" Target="../slideLayouts/slideLayout9.xml"/><Relationship Id="rId6" Type="http://schemas.openxmlformats.org/officeDocument/2006/relationships/hyperlink" Target="https://www.mindinventory.com/blog/software-design-patterns" TargetMode="External"/><Relationship Id="rId11" Type="http://schemas.openxmlformats.org/officeDocument/2006/relationships/image" Target="../media/image63.png"/><Relationship Id="rId5" Type="http://schemas.openxmlformats.org/officeDocument/2006/relationships/hyperlink" Target="https://www.mindinventory.com/blog/author/vijay-sadhu" TargetMode="External"/><Relationship Id="rId10" Type="http://schemas.openxmlformats.org/officeDocument/2006/relationships/hyperlink" Target="https://rogeraoaraujo.com.br/2025/12/31/guia-rapido-arquitetura-de-software" TargetMode="External"/><Relationship Id="rId4" Type="http://schemas.openxmlformats.org/officeDocument/2006/relationships/hyperlink" Target="https://bytebytego.com/guides/top-5-software-architectural-patterns" TargetMode="External"/><Relationship Id="rId9" Type="http://schemas.openxmlformats.org/officeDocument/2006/relationships/hyperlink" Target="https://rogeraoaraujo.com.br/author/rgildoaraujo" TargetMode="External"/></Relationships>
</file>

<file path=ppt/slides/_rels/slide7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9FDA595B-91CF-11AB-5DAB-B75F36A6988A}"/>
              </a:ext>
            </a:extLst>
          </p:cNvPr>
          <p:cNvSpPr/>
          <p:nvPr/>
        </p:nvSpPr>
        <p:spPr>
          <a:xfrm>
            <a:off x="0" y="6304082"/>
            <a:ext cx="12192000" cy="5539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B99F2BFD-9B68-F37B-EA5F-8099BC3C9286}"/>
              </a:ext>
            </a:extLst>
          </p:cNvPr>
          <p:cNvPicPr>
            <a:picLocks noChangeAspect="1"/>
          </p:cNvPicPr>
          <p:nvPr/>
        </p:nvPicPr>
        <p:blipFill>
          <a:blip r:embed="rId2"/>
          <a:stretch>
            <a:fillRect/>
          </a:stretch>
        </p:blipFill>
        <p:spPr>
          <a:xfrm>
            <a:off x="1876243" y="0"/>
            <a:ext cx="9986962" cy="6858000"/>
          </a:xfrm>
          <a:prstGeom prst="rect">
            <a:avLst/>
          </a:prstGeom>
        </p:spPr>
      </p:pic>
      <p:sp>
        <p:nvSpPr>
          <p:cNvPr id="6" name="CaixaDeTexto 5">
            <a:extLst>
              <a:ext uri="{FF2B5EF4-FFF2-40B4-BE49-F238E27FC236}">
                <a16:creationId xmlns:a16="http://schemas.microsoft.com/office/drawing/2014/main" id="{D6F39950-A8A5-88B7-E2A8-B37E16A7D194}"/>
              </a:ext>
            </a:extLst>
          </p:cNvPr>
          <p:cNvSpPr txBox="1"/>
          <p:nvPr/>
        </p:nvSpPr>
        <p:spPr>
          <a:xfrm>
            <a:off x="342902" y="553917"/>
            <a:ext cx="5213838" cy="1938992"/>
          </a:xfrm>
          <a:prstGeom prst="rect">
            <a:avLst/>
          </a:prstGeom>
          <a:noFill/>
        </p:spPr>
        <p:txBody>
          <a:bodyPr wrap="square" rtlCol="0">
            <a:spAutoFit/>
          </a:bodyPr>
          <a:lstStyle/>
          <a:p>
            <a:r>
              <a:rPr lang="pt-BR" sz="6000" b="1" dirty="0">
                <a:solidFill>
                  <a:schemeClr val="accent1"/>
                </a:solidFill>
              </a:rPr>
              <a:t>Arquitetura de Software</a:t>
            </a:r>
          </a:p>
        </p:txBody>
      </p:sp>
    </p:spTree>
    <p:extLst>
      <p:ext uri="{BB962C8B-B14F-4D97-AF65-F5344CB8AC3E}">
        <p14:creationId xmlns:p14="http://schemas.microsoft.com/office/powerpoint/2010/main" val="3445000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5E2A950B-71E3-C981-9FD3-EA30AC4242E4}"/>
              </a:ext>
            </a:extLst>
          </p:cNvPr>
          <p:cNvPicPr>
            <a:picLocks noChangeAspect="1"/>
          </p:cNvPicPr>
          <p:nvPr/>
        </p:nvPicPr>
        <p:blipFill>
          <a:blip r:embed="rId2"/>
          <a:stretch>
            <a:fillRect/>
          </a:stretch>
        </p:blipFill>
        <p:spPr>
          <a:xfrm>
            <a:off x="11140440" y="15095"/>
            <a:ext cx="1034553" cy="897914"/>
          </a:xfrm>
          <a:prstGeom prst="rect">
            <a:avLst/>
          </a:prstGeom>
        </p:spPr>
      </p:pic>
      <p:pic>
        <p:nvPicPr>
          <p:cNvPr id="5" name="Picture 2" descr="Index HT">
            <a:extLst>
              <a:ext uri="{FF2B5EF4-FFF2-40B4-BE49-F238E27FC236}">
                <a16:creationId xmlns:a16="http://schemas.microsoft.com/office/drawing/2014/main" id="{930A5951-C892-7D2F-7C4D-75C437C143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996420" y="3276580"/>
            <a:ext cx="5029160" cy="1036319"/>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id="{21E5E75F-BE70-280B-26CC-007D85C86C1E}"/>
              </a:ext>
            </a:extLst>
          </p:cNvPr>
          <p:cNvSpPr txBox="1"/>
          <p:nvPr/>
        </p:nvSpPr>
        <p:spPr>
          <a:xfrm>
            <a:off x="1066800" y="588982"/>
            <a:ext cx="10073640" cy="646331"/>
          </a:xfrm>
          <a:prstGeom prst="rect">
            <a:avLst/>
          </a:prstGeom>
          <a:noFill/>
        </p:spPr>
        <p:txBody>
          <a:bodyPr wrap="square" rtlCol="0" anchor="ctr">
            <a:spAutoFit/>
          </a:bodyPr>
          <a:lstStyle/>
          <a:p>
            <a:r>
              <a:rPr lang="pt-BR" sz="3600" b="1" dirty="0">
                <a:solidFill>
                  <a:schemeClr val="accent1"/>
                </a:solidFill>
              </a:rPr>
              <a:t>Arquitetura de Software</a:t>
            </a:r>
          </a:p>
        </p:txBody>
      </p:sp>
      <p:sp>
        <p:nvSpPr>
          <p:cNvPr id="7" name="CaixaDeTexto 6">
            <a:extLst>
              <a:ext uri="{FF2B5EF4-FFF2-40B4-BE49-F238E27FC236}">
                <a16:creationId xmlns:a16="http://schemas.microsoft.com/office/drawing/2014/main" id="{1627E5F9-8F22-D48A-5DFF-1741CF8B56CF}"/>
              </a:ext>
            </a:extLst>
          </p:cNvPr>
          <p:cNvSpPr txBox="1"/>
          <p:nvPr/>
        </p:nvSpPr>
        <p:spPr>
          <a:xfrm>
            <a:off x="1778000" y="1280160"/>
            <a:ext cx="9362440" cy="4770537"/>
          </a:xfrm>
          <a:prstGeom prst="rect">
            <a:avLst/>
          </a:prstGeom>
          <a:noFill/>
        </p:spPr>
        <p:txBody>
          <a:bodyPr wrap="square" rtlCol="0">
            <a:spAutoFit/>
          </a:bodyPr>
          <a:lstStyle/>
          <a:p>
            <a:r>
              <a:rPr lang="pt-BR" sz="3200" b="1" dirty="0">
                <a:solidFill>
                  <a:schemeClr val="accent1"/>
                </a:solidFill>
              </a:rPr>
              <a:t>Resumo</a:t>
            </a:r>
          </a:p>
          <a:p>
            <a:pPr marL="538163" indent="-342900">
              <a:buClr>
                <a:schemeClr val="accent1"/>
              </a:buClr>
              <a:buFont typeface="Wingdings" panose="05000000000000000000" pitchFamily="2" charset="2"/>
              <a:buChar char="§"/>
            </a:pPr>
            <a:r>
              <a:rPr lang="pt-BR" sz="2800" b="1" dirty="0">
                <a:solidFill>
                  <a:schemeClr val="accent1"/>
                </a:solidFill>
              </a:rPr>
              <a:t>Fundamentos</a:t>
            </a:r>
          </a:p>
          <a:p>
            <a:pPr marL="538163" indent="-342900">
              <a:buClr>
                <a:schemeClr val="accent1"/>
              </a:buClr>
              <a:buFont typeface="Wingdings" panose="05000000000000000000" pitchFamily="2" charset="2"/>
              <a:buChar char="§"/>
            </a:pPr>
            <a:r>
              <a:rPr lang="pt-BR" sz="2800" b="1" dirty="0">
                <a:solidFill>
                  <a:schemeClr val="accent1"/>
                </a:solidFill>
              </a:rPr>
              <a:t>Construção</a:t>
            </a:r>
          </a:p>
          <a:p>
            <a:pPr>
              <a:buClr>
                <a:schemeClr val="accent1"/>
              </a:buClr>
            </a:pPr>
            <a:r>
              <a:rPr lang="pt-BR" sz="3200" b="1" dirty="0">
                <a:solidFill>
                  <a:schemeClr val="accent1"/>
                </a:solidFill>
              </a:rPr>
              <a:t>Conceituação</a:t>
            </a:r>
          </a:p>
          <a:p>
            <a:pPr>
              <a:buClr>
                <a:schemeClr val="accent1"/>
              </a:buClr>
            </a:pPr>
            <a:r>
              <a:rPr lang="pt-BR" sz="3200" b="1" dirty="0">
                <a:solidFill>
                  <a:schemeClr val="accent1"/>
                </a:solidFill>
              </a:rPr>
              <a:t>Objetivos</a:t>
            </a:r>
          </a:p>
          <a:p>
            <a:pPr marL="538163" indent="-342900">
              <a:buClr>
                <a:schemeClr val="accent1"/>
              </a:buClr>
              <a:buFont typeface="Wingdings" panose="05000000000000000000" pitchFamily="2" charset="2"/>
              <a:buChar char="§"/>
            </a:pPr>
            <a:r>
              <a:rPr lang="pt-BR" sz="2800" b="1" dirty="0">
                <a:solidFill>
                  <a:schemeClr val="accent1"/>
                </a:solidFill>
              </a:rPr>
              <a:t>Trade-Off</a:t>
            </a:r>
          </a:p>
          <a:p>
            <a:pPr>
              <a:buClr>
                <a:schemeClr val="accent1"/>
              </a:buClr>
            </a:pPr>
            <a:r>
              <a:rPr lang="pt-BR" sz="3200" b="1" dirty="0">
                <a:solidFill>
                  <a:schemeClr val="accent1"/>
                </a:solidFill>
              </a:rPr>
              <a:t>Decisões &amp; Atributos</a:t>
            </a:r>
          </a:p>
          <a:p>
            <a:pPr>
              <a:buClr>
                <a:schemeClr val="accent1"/>
              </a:buClr>
            </a:pPr>
            <a:r>
              <a:rPr lang="pt-BR" sz="3200" b="1" dirty="0">
                <a:solidFill>
                  <a:schemeClr val="accent1"/>
                </a:solidFill>
              </a:rPr>
              <a:t>Visões de Arquitetura</a:t>
            </a:r>
          </a:p>
          <a:p>
            <a:pPr marL="538163" indent="-342900">
              <a:buClr>
                <a:schemeClr val="accent1"/>
              </a:buClr>
              <a:buFont typeface="Wingdings" panose="05000000000000000000" pitchFamily="2" charset="2"/>
              <a:buChar char="§"/>
            </a:pPr>
            <a:r>
              <a:rPr lang="pt-BR" sz="2800" b="1" dirty="0">
                <a:solidFill>
                  <a:schemeClr val="accent1"/>
                </a:solidFill>
              </a:rPr>
              <a:t>modelo 4+1 de </a:t>
            </a:r>
            <a:r>
              <a:rPr lang="pt-BR" sz="2800" b="1" dirty="0" err="1">
                <a:solidFill>
                  <a:schemeClr val="accent1"/>
                </a:solidFill>
              </a:rPr>
              <a:t>Kruchten</a:t>
            </a:r>
            <a:endParaRPr lang="pt-BR" sz="2800" b="1" dirty="0">
              <a:solidFill>
                <a:schemeClr val="accent1"/>
              </a:solidFill>
            </a:endParaRPr>
          </a:p>
          <a:p>
            <a:pPr>
              <a:buClr>
                <a:schemeClr val="accent1"/>
              </a:buClr>
            </a:pPr>
            <a:r>
              <a:rPr lang="pt-BR" sz="3200" b="1" dirty="0">
                <a:solidFill>
                  <a:schemeClr val="accent1"/>
                </a:solidFill>
              </a:rPr>
              <a:t>Padrões Arquiteturais</a:t>
            </a:r>
          </a:p>
        </p:txBody>
      </p:sp>
      <p:pic>
        <p:nvPicPr>
          <p:cNvPr id="9" name="Imagem 8">
            <a:extLst>
              <a:ext uri="{FF2B5EF4-FFF2-40B4-BE49-F238E27FC236}">
                <a16:creationId xmlns:a16="http://schemas.microsoft.com/office/drawing/2014/main" id="{943167EB-593F-459B-F145-2E397F149944}"/>
              </a:ext>
            </a:extLst>
          </p:cNvPr>
          <p:cNvPicPr>
            <a:picLocks noChangeAspect="1"/>
          </p:cNvPicPr>
          <p:nvPr/>
        </p:nvPicPr>
        <p:blipFill>
          <a:blip r:embed="rId4"/>
          <a:stretch>
            <a:fillRect/>
          </a:stretch>
        </p:blipFill>
        <p:spPr>
          <a:xfrm>
            <a:off x="7040880" y="1938358"/>
            <a:ext cx="4815674" cy="2987627"/>
          </a:xfrm>
          <a:prstGeom prst="rect">
            <a:avLst/>
          </a:prstGeom>
        </p:spPr>
      </p:pic>
    </p:spTree>
    <p:extLst>
      <p:ext uri="{BB962C8B-B14F-4D97-AF65-F5344CB8AC3E}">
        <p14:creationId xmlns:p14="http://schemas.microsoft.com/office/powerpoint/2010/main" val="482028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384B72E7-5D43-38B9-6D56-ECEA12877E07}"/>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Arquitetura de Software: Base para a Qualidade</a:t>
            </a:r>
          </a:p>
        </p:txBody>
      </p:sp>
      <p:pic>
        <p:nvPicPr>
          <p:cNvPr id="5" name="Imagem 4">
            <a:extLst>
              <a:ext uri="{FF2B5EF4-FFF2-40B4-BE49-F238E27FC236}">
                <a16:creationId xmlns:a16="http://schemas.microsoft.com/office/drawing/2014/main" id="{97CA82A8-91DC-3517-AE7D-D8F6D3A7D63B}"/>
              </a:ext>
            </a:extLst>
          </p:cNvPr>
          <p:cNvPicPr>
            <a:picLocks noChangeAspect="1"/>
          </p:cNvPicPr>
          <p:nvPr/>
        </p:nvPicPr>
        <p:blipFill>
          <a:blip r:embed="rId2"/>
          <a:stretch>
            <a:fillRect/>
          </a:stretch>
        </p:blipFill>
        <p:spPr>
          <a:xfrm>
            <a:off x="0" y="5866208"/>
            <a:ext cx="1066800" cy="991791"/>
          </a:xfrm>
          <a:prstGeom prst="rect">
            <a:avLst/>
          </a:prstGeom>
        </p:spPr>
      </p:pic>
      <p:pic>
        <p:nvPicPr>
          <p:cNvPr id="7" name="Imagem 6">
            <a:extLst>
              <a:ext uri="{FF2B5EF4-FFF2-40B4-BE49-F238E27FC236}">
                <a16:creationId xmlns:a16="http://schemas.microsoft.com/office/drawing/2014/main" id="{6206FA72-E655-4417-437B-B946F4FFA6C5}"/>
              </a:ext>
            </a:extLst>
          </p:cNvPr>
          <p:cNvPicPr>
            <a:picLocks noChangeAspect="1"/>
          </p:cNvPicPr>
          <p:nvPr/>
        </p:nvPicPr>
        <p:blipFill>
          <a:blip r:embed="rId3"/>
          <a:stretch>
            <a:fillRect/>
          </a:stretch>
        </p:blipFill>
        <p:spPr>
          <a:xfrm rot="16200000">
            <a:off x="-1620516" y="2900679"/>
            <a:ext cx="4307838" cy="1066799"/>
          </a:xfrm>
          <a:prstGeom prst="rect">
            <a:avLst/>
          </a:prstGeom>
        </p:spPr>
      </p:pic>
      <p:sp>
        <p:nvSpPr>
          <p:cNvPr id="9" name="CaixaDeTexto 8">
            <a:extLst>
              <a:ext uri="{FF2B5EF4-FFF2-40B4-BE49-F238E27FC236}">
                <a16:creationId xmlns:a16="http://schemas.microsoft.com/office/drawing/2014/main" id="{B6F1933C-7249-8EE9-8941-B3C937B2BA09}"/>
              </a:ext>
            </a:extLst>
          </p:cNvPr>
          <p:cNvSpPr txBox="1"/>
          <p:nvPr/>
        </p:nvSpPr>
        <p:spPr>
          <a:xfrm>
            <a:off x="1066800" y="995680"/>
            <a:ext cx="10068560" cy="5201424"/>
          </a:xfrm>
          <a:prstGeom prst="rect">
            <a:avLst/>
          </a:prstGeom>
          <a:noFill/>
        </p:spPr>
        <p:txBody>
          <a:bodyPr wrap="square" rtlCol="0">
            <a:spAutoFit/>
          </a:bodyPr>
          <a:lstStyle/>
          <a:p>
            <a:r>
              <a:rPr lang="pt-BR" sz="2300" b="1" dirty="0">
                <a:solidFill>
                  <a:schemeClr val="accent1"/>
                </a:solidFill>
              </a:rPr>
              <a:t>Fundamentos</a:t>
            </a:r>
          </a:p>
          <a:p>
            <a:pPr marL="538163" indent="-342900">
              <a:buClr>
                <a:schemeClr val="accent1"/>
              </a:buClr>
              <a:buFont typeface="Wingdings" panose="05000000000000000000" pitchFamily="2" charset="2"/>
              <a:buChar char="§"/>
            </a:pPr>
            <a:r>
              <a:rPr lang="pt-BR" sz="2300" b="1" dirty="0">
                <a:solidFill>
                  <a:schemeClr val="accent1"/>
                </a:solidFill>
              </a:rPr>
              <a:t>Arquitetura de Software</a:t>
            </a:r>
            <a:r>
              <a:rPr lang="pt-BR" sz="2300" dirty="0">
                <a:solidFill>
                  <a:schemeClr val="accent1"/>
                </a:solidFill>
              </a:rPr>
              <a:t> é a organização de um sistema, incluindo seus componentes, interfaces e interações</a:t>
            </a:r>
          </a:p>
          <a:p>
            <a:pPr marL="538163" indent="-342900">
              <a:buClr>
                <a:schemeClr val="accent1"/>
              </a:buClr>
              <a:buFont typeface="Wingdings" panose="05000000000000000000" pitchFamily="2" charset="2"/>
              <a:buChar char="§"/>
            </a:pPr>
            <a:r>
              <a:rPr lang="pt-BR" sz="2300" dirty="0">
                <a:solidFill>
                  <a:schemeClr val="accent1"/>
                </a:solidFill>
              </a:rPr>
              <a:t>é </a:t>
            </a:r>
            <a:r>
              <a:rPr lang="pt-BR" sz="2300" b="1" dirty="0">
                <a:solidFill>
                  <a:schemeClr val="accent1"/>
                </a:solidFill>
              </a:rPr>
              <a:t>essencial</a:t>
            </a:r>
            <a:r>
              <a:rPr lang="pt-BR" sz="2300" dirty="0">
                <a:solidFill>
                  <a:schemeClr val="accent1"/>
                </a:solidFill>
              </a:rPr>
              <a:t>, já que uma boa arquitetura determina a </a:t>
            </a:r>
            <a:r>
              <a:rPr lang="pt-BR" sz="2300" b="1" u="sng" dirty="0">
                <a:solidFill>
                  <a:schemeClr val="accent1"/>
                </a:solidFill>
              </a:rPr>
              <a:t>qualidade</a:t>
            </a:r>
            <a:r>
              <a:rPr lang="pt-BR" sz="2300" dirty="0">
                <a:solidFill>
                  <a:schemeClr val="accent1"/>
                </a:solidFill>
              </a:rPr>
              <a:t>, facilita </a:t>
            </a:r>
            <a:r>
              <a:rPr lang="pt-BR" sz="2300" b="1" u="sng" dirty="0">
                <a:solidFill>
                  <a:schemeClr val="accent1"/>
                </a:solidFill>
              </a:rPr>
              <a:t>manutenção</a:t>
            </a:r>
            <a:r>
              <a:rPr lang="pt-BR" sz="2300" dirty="0">
                <a:solidFill>
                  <a:schemeClr val="accent1"/>
                </a:solidFill>
              </a:rPr>
              <a:t> e permite a </a:t>
            </a:r>
            <a:r>
              <a:rPr lang="pt-BR" sz="2300" b="1" u="sng" dirty="0">
                <a:solidFill>
                  <a:schemeClr val="accent1"/>
                </a:solidFill>
              </a:rPr>
              <a:t>evolução</a:t>
            </a:r>
            <a:r>
              <a:rPr lang="pt-BR" sz="2300" dirty="0">
                <a:solidFill>
                  <a:schemeClr val="accent1"/>
                </a:solidFill>
              </a:rPr>
              <a:t> do software</a:t>
            </a:r>
          </a:p>
          <a:p>
            <a:pPr marL="538163" indent="-342900">
              <a:buClr>
                <a:schemeClr val="accent1"/>
              </a:buClr>
              <a:buFont typeface="Wingdings" panose="05000000000000000000" pitchFamily="2" charset="2"/>
              <a:buChar char="§"/>
            </a:pPr>
            <a:r>
              <a:rPr lang="pt-BR" sz="2300" b="1" dirty="0">
                <a:solidFill>
                  <a:schemeClr val="accent1"/>
                </a:solidFill>
              </a:rPr>
              <a:t>Decisões Chave</a:t>
            </a:r>
            <a:r>
              <a:rPr lang="pt-BR" sz="2300" dirty="0">
                <a:solidFill>
                  <a:schemeClr val="accent1"/>
                </a:solidFill>
              </a:rPr>
              <a:t> incluem a escolha de tecnologias, padrões de projeto, organização de subsistemas e definição de interfaces</a:t>
            </a:r>
          </a:p>
          <a:p>
            <a:pPr>
              <a:buClr>
                <a:schemeClr val="accent1"/>
              </a:buClr>
            </a:pPr>
            <a:endParaRPr lang="pt-BR" sz="1000" b="1" dirty="0">
              <a:solidFill>
                <a:schemeClr val="accent1"/>
              </a:solidFill>
            </a:endParaRPr>
          </a:p>
          <a:p>
            <a:pPr>
              <a:buClr>
                <a:schemeClr val="accent1"/>
              </a:buClr>
            </a:pPr>
            <a:r>
              <a:rPr lang="pt-BR" sz="2300" b="1" dirty="0">
                <a:solidFill>
                  <a:schemeClr val="accent1"/>
                </a:solidFill>
              </a:rPr>
              <a:t>Construção &amp; Avaliação</a:t>
            </a:r>
          </a:p>
          <a:p>
            <a:pPr marL="538163" indent="-342900">
              <a:buClr>
                <a:schemeClr val="accent1"/>
              </a:buClr>
              <a:buFont typeface="Wingdings" panose="05000000000000000000" pitchFamily="2" charset="2"/>
              <a:buChar char="§"/>
            </a:pPr>
            <a:r>
              <a:rPr lang="pt-BR" sz="2300" dirty="0">
                <a:solidFill>
                  <a:schemeClr val="accent1"/>
                </a:solidFill>
              </a:rPr>
              <a:t>utilização de </a:t>
            </a:r>
            <a:r>
              <a:rPr lang="pt-BR" sz="2300" b="1" dirty="0">
                <a:solidFill>
                  <a:schemeClr val="accent1"/>
                </a:solidFill>
              </a:rPr>
              <a:t>Padrões de Projeto</a:t>
            </a:r>
            <a:r>
              <a:rPr lang="pt-BR" sz="2300" dirty="0">
                <a:solidFill>
                  <a:schemeClr val="accent1"/>
                </a:solidFill>
              </a:rPr>
              <a:t> (</a:t>
            </a:r>
            <a:r>
              <a:rPr lang="pt-BR" sz="2300" b="1" dirty="0">
                <a:solidFill>
                  <a:schemeClr val="accent1"/>
                </a:solidFill>
              </a:rPr>
              <a:t>Design </a:t>
            </a:r>
            <a:r>
              <a:rPr lang="pt-BR" sz="2300" b="1" dirty="0" err="1">
                <a:solidFill>
                  <a:schemeClr val="accent1"/>
                </a:solidFill>
              </a:rPr>
              <a:t>Patterns</a:t>
            </a:r>
            <a:r>
              <a:rPr lang="pt-BR" sz="2300" dirty="0">
                <a:solidFill>
                  <a:schemeClr val="accent1"/>
                </a:solidFill>
              </a:rPr>
              <a:t>) – soluções de comprovada eficiência, reutilizáveis (desnecessário “</a:t>
            </a:r>
            <a:r>
              <a:rPr lang="pt-BR" sz="2300" i="1" dirty="0">
                <a:solidFill>
                  <a:schemeClr val="accent1"/>
                </a:solidFill>
              </a:rPr>
              <a:t>reinventar a roda</a:t>
            </a:r>
            <a:r>
              <a:rPr lang="pt-BR" sz="2300" dirty="0">
                <a:solidFill>
                  <a:schemeClr val="accent1"/>
                </a:solidFill>
              </a:rPr>
              <a:t>”)</a:t>
            </a:r>
          </a:p>
          <a:p>
            <a:pPr marL="538163" indent="-342900">
              <a:buClr>
                <a:schemeClr val="accent1"/>
              </a:buClr>
              <a:buFont typeface="Wingdings" panose="05000000000000000000" pitchFamily="2" charset="2"/>
              <a:buChar char="§"/>
            </a:pPr>
            <a:r>
              <a:rPr lang="pt-BR" sz="2300" b="1" dirty="0">
                <a:solidFill>
                  <a:schemeClr val="accent1"/>
                </a:solidFill>
              </a:rPr>
              <a:t>Contexto</a:t>
            </a:r>
            <a:r>
              <a:rPr lang="pt-BR" sz="2300" dirty="0">
                <a:solidFill>
                  <a:schemeClr val="accent1"/>
                </a:solidFill>
              </a:rPr>
              <a:t> – identificar como o sistema interage com usuários, dispositivos e outros sistemas</a:t>
            </a:r>
          </a:p>
          <a:p>
            <a:pPr marL="538163" indent="-342900">
              <a:buClr>
                <a:schemeClr val="accent1"/>
              </a:buClr>
              <a:buFont typeface="Wingdings" panose="05000000000000000000" pitchFamily="2" charset="2"/>
              <a:buChar char="§"/>
            </a:pPr>
            <a:r>
              <a:rPr lang="pt-BR" sz="2300" b="1" dirty="0">
                <a:solidFill>
                  <a:schemeClr val="accent1"/>
                </a:solidFill>
              </a:rPr>
              <a:t>Avaliação</a:t>
            </a:r>
            <a:r>
              <a:rPr lang="pt-BR" sz="2300" dirty="0">
                <a:solidFill>
                  <a:schemeClr val="accent1"/>
                </a:solidFill>
              </a:rPr>
              <a:t> – revisões técnicas periódicas, foco em identificar falhas, gestão de atributos de qualidade e evitar retrabalho</a:t>
            </a:r>
            <a:endParaRPr lang="pt-BR" sz="2300" b="1" dirty="0">
              <a:solidFill>
                <a:schemeClr val="accent1"/>
              </a:solidFill>
            </a:endParaRPr>
          </a:p>
        </p:txBody>
      </p:sp>
      <p:pic>
        <p:nvPicPr>
          <p:cNvPr id="15" name="Imagem 14">
            <a:extLst>
              <a:ext uri="{FF2B5EF4-FFF2-40B4-BE49-F238E27FC236}">
                <a16:creationId xmlns:a16="http://schemas.microsoft.com/office/drawing/2014/main" id="{01DB35AF-20A7-4CDD-BD1E-90CEF4815DDF}"/>
              </a:ext>
            </a:extLst>
          </p:cNvPr>
          <p:cNvPicPr>
            <a:picLocks noChangeAspect="1"/>
          </p:cNvPicPr>
          <p:nvPr/>
        </p:nvPicPr>
        <p:blipFill>
          <a:blip r:embed="rId4"/>
          <a:stretch>
            <a:fillRect/>
          </a:stretch>
        </p:blipFill>
        <p:spPr>
          <a:xfrm>
            <a:off x="11292840" y="2926080"/>
            <a:ext cx="436712" cy="436712"/>
          </a:xfrm>
          <a:prstGeom prst="rect">
            <a:avLst/>
          </a:prstGeom>
        </p:spPr>
      </p:pic>
      <p:pic>
        <p:nvPicPr>
          <p:cNvPr id="19" name="Imagem 18">
            <a:extLst>
              <a:ext uri="{FF2B5EF4-FFF2-40B4-BE49-F238E27FC236}">
                <a16:creationId xmlns:a16="http://schemas.microsoft.com/office/drawing/2014/main" id="{CDC0ADE0-90B5-B9CD-A7C6-AF935662A2E9}"/>
              </a:ext>
            </a:extLst>
          </p:cNvPr>
          <p:cNvPicPr>
            <a:picLocks noChangeAspect="1"/>
          </p:cNvPicPr>
          <p:nvPr/>
        </p:nvPicPr>
        <p:blipFill>
          <a:blip r:embed="rId5"/>
          <a:stretch>
            <a:fillRect/>
          </a:stretch>
        </p:blipFill>
        <p:spPr>
          <a:xfrm>
            <a:off x="11290354" y="1511754"/>
            <a:ext cx="436713" cy="436713"/>
          </a:xfrm>
          <a:prstGeom prst="rect">
            <a:avLst/>
          </a:prstGeom>
        </p:spPr>
      </p:pic>
      <p:pic>
        <p:nvPicPr>
          <p:cNvPr id="21" name="Imagem 20">
            <a:extLst>
              <a:ext uri="{FF2B5EF4-FFF2-40B4-BE49-F238E27FC236}">
                <a16:creationId xmlns:a16="http://schemas.microsoft.com/office/drawing/2014/main" id="{BD7BFAAA-18B0-A917-7C8C-C99D37190D05}"/>
              </a:ext>
            </a:extLst>
          </p:cNvPr>
          <p:cNvPicPr>
            <a:picLocks noChangeAspect="1"/>
          </p:cNvPicPr>
          <p:nvPr/>
        </p:nvPicPr>
        <p:blipFill>
          <a:blip r:embed="rId6"/>
          <a:stretch>
            <a:fillRect/>
          </a:stretch>
        </p:blipFill>
        <p:spPr>
          <a:xfrm>
            <a:off x="11291823" y="4131720"/>
            <a:ext cx="436713" cy="436713"/>
          </a:xfrm>
          <a:prstGeom prst="rect">
            <a:avLst/>
          </a:prstGeom>
        </p:spPr>
      </p:pic>
      <p:pic>
        <p:nvPicPr>
          <p:cNvPr id="23" name="Imagem 22">
            <a:extLst>
              <a:ext uri="{FF2B5EF4-FFF2-40B4-BE49-F238E27FC236}">
                <a16:creationId xmlns:a16="http://schemas.microsoft.com/office/drawing/2014/main" id="{421FA6AD-B318-950E-B51D-99BA2253A00E}"/>
              </a:ext>
            </a:extLst>
          </p:cNvPr>
          <p:cNvPicPr>
            <a:picLocks noChangeAspect="1"/>
          </p:cNvPicPr>
          <p:nvPr/>
        </p:nvPicPr>
        <p:blipFill>
          <a:blip r:embed="rId7"/>
          <a:stretch>
            <a:fillRect/>
          </a:stretch>
        </p:blipFill>
        <p:spPr>
          <a:xfrm>
            <a:off x="11286722" y="4826164"/>
            <a:ext cx="436713" cy="436713"/>
          </a:xfrm>
          <a:prstGeom prst="rect">
            <a:avLst/>
          </a:prstGeom>
        </p:spPr>
      </p:pic>
      <p:pic>
        <p:nvPicPr>
          <p:cNvPr id="25" name="Imagem 24">
            <a:extLst>
              <a:ext uri="{FF2B5EF4-FFF2-40B4-BE49-F238E27FC236}">
                <a16:creationId xmlns:a16="http://schemas.microsoft.com/office/drawing/2014/main" id="{3B6BBB8C-5C4C-F278-B6FC-5AD8D2BD4EF5}"/>
              </a:ext>
            </a:extLst>
          </p:cNvPr>
          <p:cNvPicPr>
            <a:picLocks noChangeAspect="1"/>
          </p:cNvPicPr>
          <p:nvPr/>
        </p:nvPicPr>
        <p:blipFill>
          <a:blip r:embed="rId8"/>
          <a:stretch>
            <a:fillRect/>
          </a:stretch>
        </p:blipFill>
        <p:spPr>
          <a:xfrm>
            <a:off x="11286722" y="2182480"/>
            <a:ext cx="436713" cy="436713"/>
          </a:xfrm>
          <a:prstGeom prst="rect">
            <a:avLst/>
          </a:prstGeom>
        </p:spPr>
      </p:pic>
      <p:pic>
        <p:nvPicPr>
          <p:cNvPr id="27" name="Imagem 26">
            <a:extLst>
              <a:ext uri="{FF2B5EF4-FFF2-40B4-BE49-F238E27FC236}">
                <a16:creationId xmlns:a16="http://schemas.microsoft.com/office/drawing/2014/main" id="{39EF18B6-91E1-3D6F-A821-B7734C23924B}"/>
              </a:ext>
            </a:extLst>
          </p:cNvPr>
          <p:cNvPicPr>
            <a:picLocks noChangeAspect="1"/>
          </p:cNvPicPr>
          <p:nvPr/>
        </p:nvPicPr>
        <p:blipFill>
          <a:blip r:embed="rId9"/>
          <a:stretch>
            <a:fillRect/>
          </a:stretch>
        </p:blipFill>
        <p:spPr>
          <a:xfrm>
            <a:off x="11292587" y="5573589"/>
            <a:ext cx="436713" cy="436713"/>
          </a:xfrm>
          <a:prstGeom prst="rect">
            <a:avLst/>
          </a:prstGeom>
        </p:spPr>
      </p:pic>
    </p:spTree>
    <p:extLst>
      <p:ext uri="{BB962C8B-B14F-4D97-AF65-F5344CB8AC3E}">
        <p14:creationId xmlns:p14="http://schemas.microsoft.com/office/powerpoint/2010/main" val="2700220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0EBBC25F-83A1-15B1-5170-6CE18AECBD52}"/>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Arquitetura de Software: Conceituação</a:t>
            </a:r>
          </a:p>
        </p:txBody>
      </p:sp>
      <p:pic>
        <p:nvPicPr>
          <p:cNvPr id="5" name="Imagem 4">
            <a:extLst>
              <a:ext uri="{FF2B5EF4-FFF2-40B4-BE49-F238E27FC236}">
                <a16:creationId xmlns:a16="http://schemas.microsoft.com/office/drawing/2014/main" id="{042C064F-C2DF-8597-FF14-8804DA354A80}"/>
              </a:ext>
            </a:extLst>
          </p:cNvPr>
          <p:cNvPicPr>
            <a:picLocks noChangeAspect="1"/>
          </p:cNvPicPr>
          <p:nvPr/>
        </p:nvPicPr>
        <p:blipFill>
          <a:blip r:embed="rId2"/>
          <a:stretch>
            <a:fillRect/>
          </a:stretch>
        </p:blipFill>
        <p:spPr>
          <a:xfrm>
            <a:off x="9819640" y="2296160"/>
            <a:ext cx="2286614" cy="2286614"/>
          </a:xfrm>
          <a:prstGeom prst="rect">
            <a:avLst/>
          </a:prstGeom>
        </p:spPr>
      </p:pic>
      <p:sp>
        <p:nvSpPr>
          <p:cNvPr id="7" name="CaixaDeTexto 6">
            <a:extLst>
              <a:ext uri="{FF2B5EF4-FFF2-40B4-BE49-F238E27FC236}">
                <a16:creationId xmlns:a16="http://schemas.microsoft.com/office/drawing/2014/main" id="{3CFEE7B9-93B5-4662-9D62-139B7AF512BD}"/>
              </a:ext>
            </a:extLst>
          </p:cNvPr>
          <p:cNvSpPr txBox="1"/>
          <p:nvPr/>
        </p:nvSpPr>
        <p:spPr>
          <a:xfrm>
            <a:off x="558800" y="995680"/>
            <a:ext cx="9652000" cy="5170646"/>
          </a:xfrm>
          <a:prstGeom prst="rect">
            <a:avLst/>
          </a:prstGeom>
          <a:noFill/>
        </p:spPr>
        <p:txBody>
          <a:bodyPr wrap="square" rtlCol="0">
            <a:spAutoFit/>
          </a:bodyPr>
          <a:lstStyle/>
          <a:p>
            <a:pPr marL="342900" indent="-342900">
              <a:buClr>
                <a:schemeClr val="accent1"/>
              </a:buClr>
              <a:buFont typeface="Wingdings" panose="05000000000000000000" pitchFamily="2" charset="2"/>
              <a:buChar char="§"/>
            </a:pPr>
            <a:r>
              <a:rPr lang="pt-BR" sz="2200" dirty="0">
                <a:solidFill>
                  <a:schemeClr val="accent1"/>
                </a:solidFill>
              </a:rPr>
              <a:t>estrutura fundamental de um sistema</a:t>
            </a:r>
          </a:p>
          <a:p>
            <a:pPr marL="342900" indent="-342900">
              <a:buClr>
                <a:schemeClr val="accent1"/>
              </a:buClr>
              <a:buFont typeface="Wingdings" panose="05000000000000000000" pitchFamily="2" charset="2"/>
              <a:buChar char="§"/>
            </a:pPr>
            <a:r>
              <a:rPr lang="pt-BR" sz="2200" dirty="0">
                <a:solidFill>
                  <a:schemeClr val="accent1"/>
                </a:solidFill>
              </a:rPr>
              <a:t>engloba componentes, relacionamentos entre esses componentes e os princípios que orientam sua organização e evolução</a:t>
            </a:r>
          </a:p>
          <a:p>
            <a:pPr marL="342900" indent="-342900">
              <a:buClr>
                <a:schemeClr val="accent1"/>
              </a:buClr>
              <a:buFont typeface="Wingdings" panose="05000000000000000000" pitchFamily="2" charset="2"/>
              <a:buChar char="§"/>
            </a:pPr>
            <a:r>
              <a:rPr lang="pt-BR" sz="2200" dirty="0">
                <a:solidFill>
                  <a:schemeClr val="accent1"/>
                </a:solidFill>
              </a:rPr>
              <a:t>responsável por definir decisões de alto nível, gera impacto significativo e duradouro sobre o sistema</a:t>
            </a:r>
          </a:p>
          <a:p>
            <a:pPr marL="800100" lvl="1" indent="-342900">
              <a:buClr>
                <a:schemeClr val="accent1"/>
              </a:buClr>
              <a:buFont typeface="Wingdings" panose="05000000000000000000" pitchFamily="2" charset="2"/>
              <a:buChar char="§"/>
            </a:pPr>
            <a:r>
              <a:rPr lang="pt-BR" sz="2200" dirty="0">
                <a:solidFill>
                  <a:schemeClr val="accent1"/>
                </a:solidFill>
              </a:rPr>
              <a:t>especialmente em relação a atributos de qualidade</a:t>
            </a:r>
          </a:p>
          <a:p>
            <a:pPr marL="342900" indent="-342900">
              <a:buClr>
                <a:schemeClr val="accent1"/>
              </a:buClr>
              <a:buFont typeface="Wingdings" panose="05000000000000000000" pitchFamily="2" charset="2"/>
              <a:buChar char="§"/>
            </a:pPr>
            <a:r>
              <a:rPr lang="pt-BR" sz="2200" dirty="0">
                <a:solidFill>
                  <a:schemeClr val="accent1"/>
                </a:solidFill>
              </a:rPr>
              <a:t>não se confunde com implementação nem com decisões pontuais de codificação. Estabelece a estrutura sobre a qual o software será construído</a:t>
            </a:r>
          </a:p>
          <a:p>
            <a:pPr marL="342900" indent="-342900">
              <a:buClr>
                <a:schemeClr val="accent1"/>
              </a:buClr>
              <a:buFont typeface="Wingdings" panose="05000000000000000000" pitchFamily="2" charset="2"/>
              <a:buChar char="§"/>
            </a:pPr>
            <a:r>
              <a:rPr lang="pt-BR" sz="2200" dirty="0">
                <a:solidFill>
                  <a:schemeClr val="accent1"/>
                </a:solidFill>
              </a:rPr>
              <a:t>delimita responsabilidades, dependências e comunicação entre módulos</a:t>
            </a:r>
          </a:p>
          <a:p>
            <a:pPr marL="342900" indent="-342900">
              <a:buClr>
                <a:schemeClr val="accent1"/>
              </a:buClr>
              <a:buFont typeface="Wingdings" panose="05000000000000000000" pitchFamily="2" charset="2"/>
              <a:buChar char="§"/>
            </a:pPr>
            <a:r>
              <a:rPr lang="pt-BR" sz="2200" dirty="0">
                <a:solidFill>
                  <a:schemeClr val="accent1"/>
                </a:solidFill>
              </a:rPr>
              <a:t>define a organização fundamental de um sistema</a:t>
            </a:r>
          </a:p>
          <a:p>
            <a:pPr marL="342900" indent="-342900">
              <a:buClr>
                <a:schemeClr val="accent1"/>
              </a:buClr>
              <a:buFont typeface="Wingdings" panose="05000000000000000000" pitchFamily="2" charset="2"/>
              <a:buChar char="§"/>
            </a:pPr>
            <a:r>
              <a:rPr lang="pt-BR" sz="2200" dirty="0">
                <a:solidFill>
                  <a:schemeClr val="accent1"/>
                </a:solidFill>
              </a:rPr>
              <a:t>composta por seus componentes e relacionamentos (entre si e ambiente)</a:t>
            </a:r>
          </a:p>
          <a:p>
            <a:pPr marL="342900" indent="-342900">
              <a:buClr>
                <a:schemeClr val="accent1"/>
              </a:buClr>
              <a:buFont typeface="Wingdings" panose="05000000000000000000" pitchFamily="2" charset="2"/>
              <a:buChar char="§"/>
            </a:pPr>
            <a:r>
              <a:rPr lang="pt-BR" sz="2200" dirty="0">
                <a:solidFill>
                  <a:schemeClr val="accent1"/>
                </a:solidFill>
              </a:rPr>
              <a:t>inclui princípios que norteiam a concepção e evolução do sistema</a:t>
            </a:r>
          </a:p>
          <a:p>
            <a:pPr marL="342900" indent="-342900">
              <a:buClr>
                <a:schemeClr val="accent1"/>
              </a:buClr>
              <a:buFont typeface="Wingdings" panose="05000000000000000000" pitchFamily="2" charset="2"/>
              <a:buChar char="§"/>
            </a:pPr>
            <a:r>
              <a:rPr lang="pt-BR" sz="2200" dirty="0">
                <a:solidFill>
                  <a:schemeClr val="accent1"/>
                </a:solidFill>
              </a:rPr>
              <a:t>representa o elo crítico entre o projeto e </a:t>
            </a:r>
            <a:r>
              <a:rPr lang="pt-BR" sz="2200" b="1" dirty="0">
                <a:solidFill>
                  <a:schemeClr val="accent1"/>
                </a:solidFill>
              </a:rPr>
              <a:t>Engenharia de Requisitos</a:t>
            </a:r>
            <a:r>
              <a:rPr lang="pt-BR" sz="2200" dirty="0">
                <a:solidFill>
                  <a:schemeClr val="accent1"/>
                </a:solidFill>
              </a:rPr>
              <a:t>, fornecendo visão de alto nível que permite a comunicação com stakeholders e reuso</a:t>
            </a:r>
          </a:p>
        </p:txBody>
      </p:sp>
      <p:pic>
        <p:nvPicPr>
          <p:cNvPr id="9" name="Imagem 8">
            <a:extLst>
              <a:ext uri="{FF2B5EF4-FFF2-40B4-BE49-F238E27FC236}">
                <a16:creationId xmlns:a16="http://schemas.microsoft.com/office/drawing/2014/main" id="{72E42F51-B4DE-871C-994A-DEEA2F79FA9C}"/>
              </a:ext>
            </a:extLst>
          </p:cNvPr>
          <p:cNvPicPr>
            <a:picLocks noChangeAspect="1"/>
          </p:cNvPicPr>
          <p:nvPr/>
        </p:nvPicPr>
        <p:blipFill>
          <a:blip r:embed="rId3"/>
          <a:stretch>
            <a:fillRect/>
          </a:stretch>
        </p:blipFill>
        <p:spPr>
          <a:xfrm>
            <a:off x="11208908" y="81280"/>
            <a:ext cx="914400" cy="914400"/>
          </a:xfrm>
          <a:prstGeom prst="rect">
            <a:avLst/>
          </a:prstGeom>
        </p:spPr>
      </p:pic>
    </p:spTree>
    <p:extLst>
      <p:ext uri="{BB962C8B-B14F-4D97-AF65-F5344CB8AC3E}">
        <p14:creationId xmlns:p14="http://schemas.microsoft.com/office/powerpoint/2010/main" val="1782735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430E7-6F71-679E-D1D4-4A46F624A9CD}"/>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FF3F73CF-2B0B-52BB-B3DE-B11790ADFDD6}"/>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Arquitetura de Software: Objetivos</a:t>
            </a:r>
          </a:p>
        </p:txBody>
      </p:sp>
      <p:sp>
        <p:nvSpPr>
          <p:cNvPr id="7" name="CaixaDeTexto 6">
            <a:extLst>
              <a:ext uri="{FF2B5EF4-FFF2-40B4-BE49-F238E27FC236}">
                <a16:creationId xmlns:a16="http://schemas.microsoft.com/office/drawing/2014/main" id="{D97F1F5B-8FD9-436E-1EAD-0C00C240276B}"/>
              </a:ext>
            </a:extLst>
          </p:cNvPr>
          <p:cNvSpPr txBox="1"/>
          <p:nvPr/>
        </p:nvSpPr>
        <p:spPr>
          <a:xfrm>
            <a:off x="558800" y="995680"/>
            <a:ext cx="9652000" cy="3754874"/>
          </a:xfrm>
          <a:prstGeom prst="rect">
            <a:avLst/>
          </a:prstGeom>
          <a:noFill/>
        </p:spPr>
        <p:txBody>
          <a:bodyPr wrap="square" rtlCol="0">
            <a:spAutoFit/>
          </a:bodyPr>
          <a:lstStyle/>
          <a:p>
            <a:pPr marL="342900" indent="-342900">
              <a:buClr>
                <a:schemeClr val="accent1"/>
              </a:buClr>
              <a:buFont typeface="Wingdings" panose="05000000000000000000" pitchFamily="2" charset="2"/>
              <a:buChar char="§"/>
            </a:pPr>
            <a:r>
              <a:rPr lang="pt-BR" sz="2400" dirty="0">
                <a:solidFill>
                  <a:schemeClr val="accent1"/>
                </a:solidFill>
              </a:rPr>
              <a:t>tem por principal objetivo viabilizar o atendimento aos requisitos (funcionais e não funcionais)</a:t>
            </a:r>
          </a:p>
          <a:p>
            <a:pPr marL="342900" indent="-342900">
              <a:buClr>
                <a:schemeClr val="accent1"/>
              </a:buClr>
              <a:buFont typeface="Wingdings" panose="05000000000000000000" pitchFamily="2" charset="2"/>
              <a:buChar char="§"/>
            </a:pPr>
            <a:r>
              <a:rPr lang="pt-BR" sz="2400" dirty="0">
                <a:solidFill>
                  <a:schemeClr val="accent1"/>
                </a:solidFill>
              </a:rPr>
              <a:t>diretamente relacionada a atributos de qualidade como desempenho, escalabilidade, manutenibilidade, segurança e disponibilidade</a:t>
            </a:r>
          </a:p>
          <a:p>
            <a:pPr marL="342900" indent="-342900">
              <a:buClr>
                <a:schemeClr val="accent1"/>
              </a:buClr>
              <a:buFont typeface="Wingdings" panose="05000000000000000000" pitchFamily="2" charset="2"/>
              <a:buChar char="§"/>
            </a:pPr>
            <a:r>
              <a:rPr lang="pt-BR" sz="2400" dirty="0">
                <a:solidFill>
                  <a:schemeClr val="accent1"/>
                </a:solidFill>
              </a:rPr>
              <a:t>decisões arquiteturais implicam em compromissos (</a:t>
            </a:r>
            <a:r>
              <a:rPr lang="pt-BR" sz="2400" b="1" i="1" dirty="0" err="1">
                <a:solidFill>
                  <a:schemeClr val="accent1"/>
                </a:solidFill>
              </a:rPr>
              <a:t>trade-off’s</a:t>
            </a:r>
            <a:r>
              <a:rPr lang="pt-BR" sz="2400" dirty="0">
                <a:solidFill>
                  <a:schemeClr val="accent1"/>
                </a:solidFill>
              </a:rPr>
              <a:t>)</a:t>
            </a:r>
          </a:p>
          <a:p>
            <a:pPr marL="342900" indent="-342900">
              <a:buClr>
                <a:schemeClr val="accent1"/>
              </a:buClr>
              <a:buFont typeface="Wingdings" panose="05000000000000000000" pitchFamily="2" charset="2"/>
              <a:buChar char="§"/>
            </a:pPr>
            <a:r>
              <a:rPr lang="pt-BR" sz="2400" dirty="0">
                <a:solidFill>
                  <a:schemeClr val="accent1"/>
                </a:solidFill>
              </a:rPr>
              <a:t>influencia diretamente a qualidade global do software</a:t>
            </a:r>
          </a:p>
          <a:p>
            <a:pPr marL="800100" lvl="1" indent="-342900">
              <a:buClr>
                <a:schemeClr val="accent1"/>
              </a:buClr>
              <a:buFont typeface="Wingdings" panose="05000000000000000000" pitchFamily="2" charset="2"/>
              <a:buChar char="§"/>
            </a:pPr>
            <a:r>
              <a:rPr lang="pt-BR" sz="2400" b="1" dirty="0">
                <a:solidFill>
                  <a:schemeClr val="accent1"/>
                </a:solidFill>
              </a:rPr>
              <a:t>inadequado</a:t>
            </a:r>
            <a:r>
              <a:rPr lang="pt-BR" sz="2400" dirty="0">
                <a:solidFill>
                  <a:schemeClr val="accent1"/>
                </a:solidFill>
              </a:rPr>
              <a:t> e </a:t>
            </a:r>
            <a:r>
              <a:rPr lang="pt-BR" sz="2400" b="1" dirty="0">
                <a:solidFill>
                  <a:schemeClr val="accent1"/>
                </a:solidFill>
              </a:rPr>
              <a:t>incorreto</a:t>
            </a:r>
            <a:r>
              <a:rPr lang="pt-BR" sz="2400" dirty="0">
                <a:solidFill>
                  <a:schemeClr val="accent1"/>
                </a:solidFill>
              </a:rPr>
              <a:t> atribuir exclusivamente à fase de codificação a responsabilidade por tais características</a:t>
            </a:r>
          </a:p>
          <a:p>
            <a:pPr marL="342900" indent="-342900">
              <a:buClr>
                <a:schemeClr val="accent1"/>
              </a:buClr>
              <a:buFont typeface="Wingdings" panose="05000000000000000000" pitchFamily="2" charset="2"/>
              <a:buChar char="§"/>
            </a:pPr>
            <a:endParaRPr lang="pt-BR" sz="2200" dirty="0">
              <a:solidFill>
                <a:schemeClr val="accent1"/>
              </a:solidFill>
            </a:endParaRPr>
          </a:p>
        </p:txBody>
      </p:sp>
      <p:pic>
        <p:nvPicPr>
          <p:cNvPr id="4" name="Imagem 3">
            <a:extLst>
              <a:ext uri="{FF2B5EF4-FFF2-40B4-BE49-F238E27FC236}">
                <a16:creationId xmlns:a16="http://schemas.microsoft.com/office/drawing/2014/main" id="{90A9443C-2B67-D491-8E6E-19436AFC887E}"/>
              </a:ext>
            </a:extLst>
          </p:cNvPr>
          <p:cNvPicPr>
            <a:picLocks noChangeAspect="1"/>
          </p:cNvPicPr>
          <p:nvPr/>
        </p:nvPicPr>
        <p:blipFill>
          <a:blip r:embed="rId2"/>
          <a:stretch>
            <a:fillRect/>
          </a:stretch>
        </p:blipFill>
        <p:spPr>
          <a:xfrm>
            <a:off x="11338559" y="158054"/>
            <a:ext cx="777157" cy="777157"/>
          </a:xfrm>
          <a:prstGeom prst="rect">
            <a:avLst/>
          </a:prstGeom>
        </p:spPr>
      </p:pic>
      <p:pic>
        <p:nvPicPr>
          <p:cNvPr id="8" name="Imagem 7">
            <a:extLst>
              <a:ext uri="{FF2B5EF4-FFF2-40B4-BE49-F238E27FC236}">
                <a16:creationId xmlns:a16="http://schemas.microsoft.com/office/drawing/2014/main" id="{EE523C95-617F-863F-606B-F3918C3F7335}"/>
              </a:ext>
            </a:extLst>
          </p:cNvPr>
          <p:cNvPicPr>
            <a:picLocks noChangeAspect="1"/>
          </p:cNvPicPr>
          <p:nvPr/>
        </p:nvPicPr>
        <p:blipFill>
          <a:blip r:embed="rId3"/>
          <a:stretch>
            <a:fillRect/>
          </a:stretch>
        </p:blipFill>
        <p:spPr>
          <a:xfrm>
            <a:off x="9682480" y="2139532"/>
            <a:ext cx="2428142" cy="2428142"/>
          </a:xfrm>
          <a:prstGeom prst="rect">
            <a:avLst/>
          </a:prstGeom>
        </p:spPr>
      </p:pic>
    </p:spTree>
    <p:extLst>
      <p:ext uri="{BB962C8B-B14F-4D97-AF65-F5344CB8AC3E}">
        <p14:creationId xmlns:p14="http://schemas.microsoft.com/office/powerpoint/2010/main" val="2585502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Representação gráfica de um trade off">
            <a:extLst>
              <a:ext uri="{FF2B5EF4-FFF2-40B4-BE49-F238E27FC236}">
                <a16:creationId xmlns:a16="http://schemas.microsoft.com/office/drawing/2014/main" id="{37542D15-050E-620A-ACA2-B6937C37C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0332" y="2713187"/>
            <a:ext cx="3283971" cy="2555265"/>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m 6">
            <a:extLst>
              <a:ext uri="{FF2B5EF4-FFF2-40B4-BE49-F238E27FC236}">
                <a16:creationId xmlns:a16="http://schemas.microsoft.com/office/drawing/2014/main" id="{2EF049A7-E502-D83B-4792-05048DEB4676}"/>
              </a:ext>
            </a:extLst>
          </p:cNvPr>
          <p:cNvPicPr>
            <a:picLocks noChangeAspect="1"/>
          </p:cNvPicPr>
          <p:nvPr/>
        </p:nvPicPr>
        <p:blipFill rotWithShape="1">
          <a:blip r:embed="rId3"/>
          <a:srcRect l="2267" r="2965" b="4"/>
          <a:stretch/>
        </p:blipFill>
        <p:spPr>
          <a:xfrm>
            <a:off x="6261607" y="10160"/>
            <a:ext cx="3519313" cy="3007910"/>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
        <p:nvSpPr>
          <p:cNvPr id="2" name="Título 1">
            <a:extLst>
              <a:ext uri="{FF2B5EF4-FFF2-40B4-BE49-F238E27FC236}">
                <a16:creationId xmlns:a16="http://schemas.microsoft.com/office/drawing/2014/main" id="{8AB69492-DE70-A6FC-9AFC-104F82DC3FAC}"/>
              </a:ext>
            </a:extLst>
          </p:cNvPr>
          <p:cNvSpPr>
            <a:spLocks noGrp="1"/>
          </p:cNvSpPr>
          <p:nvPr>
            <p:ph type="title"/>
          </p:nvPr>
        </p:nvSpPr>
        <p:spPr>
          <a:xfrm>
            <a:off x="335280" y="548641"/>
            <a:ext cx="5019040" cy="721360"/>
          </a:xfrm>
        </p:spPr>
        <p:txBody>
          <a:bodyPr vert="horz" lIns="91440" tIns="45720" rIns="91440" bIns="45720" rtlCol="0" anchor="ctr">
            <a:normAutofit fontScale="90000"/>
          </a:bodyPr>
          <a:lstStyle/>
          <a:p>
            <a:pPr marL="355600" indent="-355600"/>
            <a:r>
              <a:rPr lang="pt-BR" sz="4400" b="1" kern="1200" dirty="0">
                <a:solidFill>
                  <a:schemeClr val="accent1"/>
                </a:solidFill>
                <a:latin typeface="+mn-lt"/>
                <a:ea typeface="+mj-ea"/>
                <a:cs typeface="+mj-cs"/>
              </a:rPr>
              <a:t>Definição: Trade-Off</a:t>
            </a:r>
          </a:p>
        </p:txBody>
      </p:sp>
      <p:sp>
        <p:nvSpPr>
          <p:cNvPr id="4" name="Espaço Reservado para Texto 3">
            <a:extLst>
              <a:ext uri="{FF2B5EF4-FFF2-40B4-BE49-F238E27FC236}">
                <a16:creationId xmlns:a16="http://schemas.microsoft.com/office/drawing/2014/main" id="{7925B1DF-CBC3-728F-0578-493DB43AC568}"/>
              </a:ext>
            </a:extLst>
          </p:cNvPr>
          <p:cNvSpPr>
            <a:spLocks noGrp="1"/>
          </p:cNvSpPr>
          <p:nvPr>
            <p:ph type="body" sz="half" idx="2"/>
          </p:nvPr>
        </p:nvSpPr>
        <p:spPr>
          <a:xfrm>
            <a:off x="1058672" y="1984247"/>
            <a:ext cx="5735320" cy="4019995"/>
          </a:xfrm>
        </p:spPr>
        <p:txBody>
          <a:bodyPr vert="horz" lIns="91440" tIns="45720" rIns="91440" bIns="45720" rtlCol="0">
            <a:noAutofit/>
          </a:bodyPr>
          <a:lstStyle/>
          <a:p>
            <a:pPr>
              <a:tabLst>
                <a:tab pos="538163" algn="l"/>
              </a:tabLst>
            </a:pPr>
            <a:r>
              <a:rPr lang="pt-BR" sz="2400" dirty="0">
                <a:solidFill>
                  <a:schemeClr val="tx2"/>
                </a:solidFill>
              </a:rPr>
              <a:t>	</a:t>
            </a:r>
            <a:r>
              <a:rPr lang="pt-BR" sz="2400" dirty="0">
                <a:solidFill>
                  <a:schemeClr val="accent1"/>
                </a:solidFill>
              </a:rPr>
              <a:t>Termo em Inglês, define situações em que existem conflitos de escolha.</a:t>
            </a:r>
          </a:p>
          <a:p>
            <a:pPr>
              <a:tabLst>
                <a:tab pos="538163" algn="l"/>
              </a:tabLst>
            </a:pPr>
            <a:r>
              <a:rPr lang="pt-BR" sz="2400" dirty="0">
                <a:solidFill>
                  <a:schemeClr val="accent1"/>
                </a:solidFill>
              </a:rPr>
              <a:t>	Conceito aborda o resultado de uma escolha comparando o que foi selecionado em detrimento daquilo que se abriu mão.</a:t>
            </a:r>
          </a:p>
          <a:p>
            <a:pPr>
              <a:tabLst>
                <a:tab pos="538163" algn="l"/>
              </a:tabLst>
            </a:pPr>
            <a:r>
              <a:rPr lang="pt-BR" sz="2400" dirty="0">
                <a:solidFill>
                  <a:schemeClr val="accent1"/>
                </a:solidFill>
              </a:rPr>
              <a:t>	Exemplo: nossos hábitos de consumo. Quando optamos por um produto ou serviço, abrimos mão das outras opções que temos.</a:t>
            </a:r>
          </a:p>
        </p:txBody>
      </p:sp>
      <p:pic>
        <p:nvPicPr>
          <p:cNvPr id="5" name="Imagem 4">
            <a:extLst>
              <a:ext uri="{FF2B5EF4-FFF2-40B4-BE49-F238E27FC236}">
                <a16:creationId xmlns:a16="http://schemas.microsoft.com/office/drawing/2014/main" id="{17E46E40-DF3E-B065-32E7-DC43973294D2}"/>
              </a:ext>
            </a:extLst>
          </p:cNvPr>
          <p:cNvPicPr>
            <a:picLocks noChangeAspect="1"/>
          </p:cNvPicPr>
          <p:nvPr/>
        </p:nvPicPr>
        <p:blipFill>
          <a:blip r:embed="rId4"/>
          <a:stretch>
            <a:fillRect/>
          </a:stretch>
        </p:blipFill>
        <p:spPr>
          <a:xfrm rot="5400000">
            <a:off x="-1626046" y="2974545"/>
            <a:ext cx="4316818" cy="937971"/>
          </a:xfrm>
          <a:prstGeom prst="rect">
            <a:avLst/>
          </a:prstGeom>
        </p:spPr>
      </p:pic>
    </p:spTree>
    <p:extLst>
      <p:ext uri="{BB962C8B-B14F-4D97-AF65-F5344CB8AC3E}">
        <p14:creationId xmlns:p14="http://schemas.microsoft.com/office/powerpoint/2010/main" val="2779865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4CAFE21C-F890-673F-FE1C-06303E48FBD0}"/>
              </a:ext>
            </a:extLst>
          </p:cNvPr>
          <p:cNvPicPr>
            <a:picLocks noChangeAspect="1"/>
          </p:cNvPicPr>
          <p:nvPr/>
        </p:nvPicPr>
        <p:blipFill>
          <a:blip r:embed="rId2"/>
          <a:stretch>
            <a:fillRect/>
          </a:stretch>
        </p:blipFill>
        <p:spPr>
          <a:xfrm>
            <a:off x="1243169" y="567368"/>
            <a:ext cx="9708027" cy="5751125"/>
          </a:xfrm>
          <a:prstGeom prst="rect">
            <a:avLst/>
          </a:prstGeom>
        </p:spPr>
      </p:pic>
      <p:sp>
        <p:nvSpPr>
          <p:cNvPr id="6" name="CaixaDeTexto 5">
            <a:extLst>
              <a:ext uri="{FF2B5EF4-FFF2-40B4-BE49-F238E27FC236}">
                <a16:creationId xmlns:a16="http://schemas.microsoft.com/office/drawing/2014/main" id="{B502D75E-8B5F-851D-6FB9-53F933A6D2D8}"/>
              </a:ext>
            </a:extLst>
          </p:cNvPr>
          <p:cNvSpPr txBox="1"/>
          <p:nvPr/>
        </p:nvSpPr>
        <p:spPr>
          <a:xfrm>
            <a:off x="2702560" y="1534160"/>
            <a:ext cx="1452880" cy="461665"/>
          </a:xfrm>
          <a:prstGeom prst="rect">
            <a:avLst/>
          </a:prstGeom>
          <a:noFill/>
        </p:spPr>
        <p:txBody>
          <a:bodyPr wrap="square" rtlCol="0">
            <a:spAutoFit/>
          </a:bodyPr>
          <a:lstStyle/>
          <a:p>
            <a:r>
              <a:rPr lang="pt-BR" sz="2400" b="1" dirty="0">
                <a:solidFill>
                  <a:schemeClr val="accent1"/>
                </a:solidFill>
              </a:rPr>
              <a:t>Custo</a:t>
            </a:r>
          </a:p>
        </p:txBody>
      </p:sp>
      <p:sp>
        <p:nvSpPr>
          <p:cNvPr id="7" name="CaixaDeTexto 6">
            <a:extLst>
              <a:ext uri="{FF2B5EF4-FFF2-40B4-BE49-F238E27FC236}">
                <a16:creationId xmlns:a16="http://schemas.microsoft.com/office/drawing/2014/main" id="{8B43F036-33B9-8765-EBD9-4B3A6CEDBE97}"/>
              </a:ext>
            </a:extLst>
          </p:cNvPr>
          <p:cNvSpPr txBox="1"/>
          <p:nvPr/>
        </p:nvSpPr>
        <p:spPr>
          <a:xfrm>
            <a:off x="1322084" y="4450080"/>
            <a:ext cx="1452880" cy="461665"/>
          </a:xfrm>
          <a:prstGeom prst="rect">
            <a:avLst/>
          </a:prstGeom>
          <a:noFill/>
        </p:spPr>
        <p:txBody>
          <a:bodyPr wrap="square" rtlCol="0">
            <a:spAutoFit/>
          </a:bodyPr>
          <a:lstStyle/>
          <a:p>
            <a:r>
              <a:rPr lang="pt-BR" sz="2400" b="1" dirty="0">
                <a:solidFill>
                  <a:schemeClr val="accent1"/>
                </a:solidFill>
              </a:rPr>
              <a:t>Risco</a:t>
            </a:r>
          </a:p>
        </p:txBody>
      </p:sp>
      <p:sp>
        <p:nvSpPr>
          <p:cNvPr id="8" name="CaixaDeTexto 7">
            <a:extLst>
              <a:ext uri="{FF2B5EF4-FFF2-40B4-BE49-F238E27FC236}">
                <a16:creationId xmlns:a16="http://schemas.microsoft.com/office/drawing/2014/main" id="{2049A8AF-A102-F6DD-A6B8-2A109F4D9A36}"/>
              </a:ext>
            </a:extLst>
          </p:cNvPr>
          <p:cNvSpPr txBox="1"/>
          <p:nvPr/>
        </p:nvSpPr>
        <p:spPr>
          <a:xfrm>
            <a:off x="9174480" y="2001520"/>
            <a:ext cx="1717040" cy="461665"/>
          </a:xfrm>
          <a:prstGeom prst="rect">
            <a:avLst/>
          </a:prstGeom>
          <a:noFill/>
        </p:spPr>
        <p:txBody>
          <a:bodyPr wrap="square" rtlCol="0">
            <a:spAutoFit/>
          </a:bodyPr>
          <a:lstStyle/>
          <a:p>
            <a:pPr algn="r"/>
            <a:r>
              <a:rPr lang="pt-BR" sz="2400" b="1" dirty="0">
                <a:solidFill>
                  <a:schemeClr val="accent1"/>
                </a:solidFill>
              </a:rPr>
              <a:t>Benefícios</a:t>
            </a:r>
          </a:p>
        </p:txBody>
      </p:sp>
      <p:sp>
        <p:nvSpPr>
          <p:cNvPr id="9" name="CaixaDeTexto 8">
            <a:extLst>
              <a:ext uri="{FF2B5EF4-FFF2-40B4-BE49-F238E27FC236}">
                <a16:creationId xmlns:a16="http://schemas.microsoft.com/office/drawing/2014/main" id="{D2FE7DFD-B446-723E-290E-F78B081C4194}"/>
              </a:ext>
            </a:extLst>
          </p:cNvPr>
          <p:cNvSpPr txBox="1"/>
          <p:nvPr/>
        </p:nvSpPr>
        <p:spPr>
          <a:xfrm>
            <a:off x="1981200" y="2001520"/>
            <a:ext cx="3535680" cy="2031325"/>
          </a:xfrm>
          <a:prstGeom prst="rect">
            <a:avLst/>
          </a:prstGeom>
          <a:noFill/>
        </p:spPr>
        <p:txBody>
          <a:bodyPr wrap="square" rtlCol="0">
            <a:spAutoFit/>
          </a:bodyPr>
          <a:lstStyle/>
          <a:p>
            <a:r>
              <a:rPr lang="pt-BR" dirty="0">
                <a:solidFill>
                  <a:schemeClr val="accent1"/>
                </a:solidFill>
              </a:rPr>
              <a:t>Avaliar o custo total da alternativa:</a:t>
            </a:r>
          </a:p>
          <a:p>
            <a:pPr marL="355600" indent="-173038">
              <a:buFont typeface="Arial" panose="020B0604020202020204" pitchFamily="34" charset="0"/>
              <a:buChar char="•"/>
            </a:pPr>
            <a:r>
              <a:rPr lang="pt-BR" dirty="0">
                <a:solidFill>
                  <a:schemeClr val="accent1"/>
                </a:solidFill>
              </a:rPr>
              <a:t>custos diretos e indiretos</a:t>
            </a:r>
          </a:p>
          <a:p>
            <a:pPr marL="355600" indent="-173038">
              <a:buFont typeface="Arial" panose="020B0604020202020204" pitchFamily="34" charset="0"/>
              <a:buChar char="•"/>
            </a:pPr>
            <a:r>
              <a:rPr lang="pt-BR" dirty="0">
                <a:solidFill>
                  <a:schemeClr val="accent1"/>
                </a:solidFill>
              </a:rPr>
              <a:t>custos de HW, SW e PW</a:t>
            </a:r>
          </a:p>
          <a:p>
            <a:pPr marL="355600" indent="-173038">
              <a:buFont typeface="Arial" panose="020B0604020202020204" pitchFamily="34" charset="0"/>
              <a:buChar char="•"/>
            </a:pPr>
            <a:r>
              <a:rPr lang="pt-BR" dirty="0">
                <a:solidFill>
                  <a:schemeClr val="accent1"/>
                </a:solidFill>
              </a:rPr>
              <a:t>custos de implementação</a:t>
            </a:r>
          </a:p>
          <a:p>
            <a:pPr marL="355600" indent="-173038">
              <a:buFont typeface="Arial" panose="020B0604020202020204" pitchFamily="34" charset="0"/>
              <a:buChar char="•"/>
            </a:pPr>
            <a:r>
              <a:rPr lang="pt-BR" dirty="0">
                <a:solidFill>
                  <a:schemeClr val="accent1"/>
                </a:solidFill>
              </a:rPr>
              <a:t>custos de substituição</a:t>
            </a:r>
          </a:p>
          <a:p>
            <a:pPr marL="355600" indent="-173038">
              <a:buFont typeface="Arial" panose="020B0604020202020204" pitchFamily="34" charset="0"/>
              <a:buChar char="•"/>
            </a:pPr>
            <a:r>
              <a:rPr lang="pt-BR" dirty="0">
                <a:solidFill>
                  <a:schemeClr val="accent1"/>
                </a:solidFill>
              </a:rPr>
              <a:t>custos de operação</a:t>
            </a:r>
          </a:p>
        </p:txBody>
      </p:sp>
      <p:sp>
        <p:nvSpPr>
          <p:cNvPr id="10" name="CaixaDeTexto 9">
            <a:extLst>
              <a:ext uri="{FF2B5EF4-FFF2-40B4-BE49-F238E27FC236}">
                <a16:creationId xmlns:a16="http://schemas.microsoft.com/office/drawing/2014/main" id="{F3708952-B802-81FC-6BAA-7CBFB4732B28}"/>
              </a:ext>
            </a:extLst>
          </p:cNvPr>
          <p:cNvSpPr txBox="1"/>
          <p:nvPr/>
        </p:nvSpPr>
        <p:spPr>
          <a:xfrm>
            <a:off x="8270240" y="2479040"/>
            <a:ext cx="3535680" cy="1477328"/>
          </a:xfrm>
          <a:prstGeom prst="rect">
            <a:avLst/>
          </a:prstGeom>
          <a:noFill/>
        </p:spPr>
        <p:txBody>
          <a:bodyPr wrap="square" rtlCol="0">
            <a:spAutoFit/>
          </a:bodyPr>
          <a:lstStyle/>
          <a:p>
            <a:r>
              <a:rPr lang="pt-BR" dirty="0">
                <a:solidFill>
                  <a:schemeClr val="accent1"/>
                </a:solidFill>
              </a:rPr>
              <a:t>Benefícios alcançados:</a:t>
            </a:r>
          </a:p>
          <a:p>
            <a:pPr marL="355600" indent="-173038">
              <a:buFont typeface="Arial" panose="020B0604020202020204" pitchFamily="34" charset="0"/>
              <a:buChar char="•"/>
            </a:pPr>
            <a:r>
              <a:rPr lang="pt-BR" dirty="0">
                <a:solidFill>
                  <a:schemeClr val="accent1"/>
                </a:solidFill>
              </a:rPr>
              <a:t>produtividade</a:t>
            </a:r>
          </a:p>
          <a:p>
            <a:pPr marL="355600" indent="-173038">
              <a:buFont typeface="Arial" panose="020B0604020202020204" pitchFamily="34" charset="0"/>
              <a:buChar char="•"/>
            </a:pPr>
            <a:r>
              <a:rPr lang="pt-BR" dirty="0">
                <a:solidFill>
                  <a:schemeClr val="accent1"/>
                </a:solidFill>
              </a:rPr>
              <a:t>operação</a:t>
            </a:r>
          </a:p>
          <a:p>
            <a:pPr marL="355600" indent="-173038">
              <a:buFont typeface="Arial" panose="020B0604020202020204" pitchFamily="34" charset="0"/>
              <a:buChar char="•"/>
            </a:pPr>
            <a:r>
              <a:rPr lang="pt-BR" dirty="0" err="1">
                <a:solidFill>
                  <a:schemeClr val="accent1"/>
                </a:solidFill>
              </a:rPr>
              <a:t>RoI</a:t>
            </a:r>
            <a:endParaRPr lang="pt-BR" dirty="0">
              <a:solidFill>
                <a:schemeClr val="accent1"/>
              </a:solidFill>
            </a:endParaRPr>
          </a:p>
          <a:p>
            <a:pPr marL="355600" indent="-173038">
              <a:buFont typeface="Arial" panose="020B0604020202020204" pitchFamily="34" charset="0"/>
              <a:buChar char="•"/>
            </a:pPr>
            <a:r>
              <a:rPr lang="pt-BR" dirty="0">
                <a:solidFill>
                  <a:schemeClr val="accent1"/>
                </a:solidFill>
              </a:rPr>
              <a:t>intangíveis</a:t>
            </a:r>
          </a:p>
        </p:txBody>
      </p:sp>
      <p:sp>
        <p:nvSpPr>
          <p:cNvPr id="11" name="CaixaDeTexto 10">
            <a:extLst>
              <a:ext uri="{FF2B5EF4-FFF2-40B4-BE49-F238E27FC236}">
                <a16:creationId xmlns:a16="http://schemas.microsoft.com/office/drawing/2014/main" id="{5621A593-2B7F-9964-63C4-DAAB7E296EE2}"/>
              </a:ext>
            </a:extLst>
          </p:cNvPr>
          <p:cNvSpPr txBox="1"/>
          <p:nvPr/>
        </p:nvSpPr>
        <p:spPr>
          <a:xfrm>
            <a:off x="1056640" y="4937760"/>
            <a:ext cx="3088640" cy="1477328"/>
          </a:xfrm>
          <a:prstGeom prst="rect">
            <a:avLst/>
          </a:prstGeom>
          <a:noFill/>
        </p:spPr>
        <p:txBody>
          <a:bodyPr wrap="square" rtlCol="0">
            <a:spAutoFit/>
          </a:bodyPr>
          <a:lstStyle/>
          <a:p>
            <a:r>
              <a:rPr lang="pt-BR" dirty="0">
                <a:solidFill>
                  <a:schemeClr val="accent1"/>
                </a:solidFill>
              </a:rPr>
              <a:t>Análise de Risco:</a:t>
            </a:r>
          </a:p>
          <a:p>
            <a:pPr marL="355600" indent="-173038">
              <a:buFont typeface="Arial" panose="020B0604020202020204" pitchFamily="34" charset="0"/>
              <a:buChar char="•"/>
            </a:pPr>
            <a:r>
              <a:rPr lang="pt-BR" dirty="0">
                <a:solidFill>
                  <a:schemeClr val="accent1"/>
                </a:solidFill>
              </a:rPr>
              <a:t>identificar</a:t>
            </a:r>
          </a:p>
          <a:p>
            <a:pPr marL="355600" indent="-173038">
              <a:buFont typeface="Arial" panose="020B0604020202020204" pitchFamily="34" charset="0"/>
              <a:buChar char="•"/>
            </a:pPr>
            <a:r>
              <a:rPr lang="pt-BR" dirty="0">
                <a:solidFill>
                  <a:schemeClr val="accent1"/>
                </a:solidFill>
              </a:rPr>
              <a:t>avaliar probabilidade</a:t>
            </a:r>
          </a:p>
          <a:p>
            <a:pPr marL="355600" indent="-173038">
              <a:buFont typeface="Arial" panose="020B0604020202020204" pitchFamily="34" charset="0"/>
              <a:buChar char="•"/>
            </a:pPr>
            <a:r>
              <a:rPr lang="pt-BR" dirty="0">
                <a:solidFill>
                  <a:schemeClr val="accent1"/>
                </a:solidFill>
              </a:rPr>
              <a:t>avaliar impacto</a:t>
            </a:r>
          </a:p>
          <a:p>
            <a:pPr marL="355600" indent="-173038">
              <a:buFont typeface="Arial" panose="020B0604020202020204" pitchFamily="34" charset="0"/>
              <a:buChar char="•"/>
            </a:pPr>
            <a:r>
              <a:rPr lang="pt-BR" dirty="0">
                <a:solidFill>
                  <a:schemeClr val="accent1"/>
                </a:solidFill>
              </a:rPr>
              <a:t>imagem</a:t>
            </a:r>
          </a:p>
        </p:txBody>
      </p:sp>
      <p:sp>
        <p:nvSpPr>
          <p:cNvPr id="12" name="Título 1">
            <a:extLst>
              <a:ext uri="{FF2B5EF4-FFF2-40B4-BE49-F238E27FC236}">
                <a16:creationId xmlns:a16="http://schemas.microsoft.com/office/drawing/2014/main" id="{06E188A3-BEE1-07D7-2EFA-9E8FA8B3BC75}"/>
              </a:ext>
            </a:extLst>
          </p:cNvPr>
          <p:cNvSpPr txBox="1">
            <a:spLocks/>
          </p:cNvSpPr>
          <p:nvPr/>
        </p:nvSpPr>
        <p:spPr>
          <a:xfrm>
            <a:off x="340361" y="345810"/>
            <a:ext cx="5013959"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55600" indent="-355600" algn="l"/>
            <a:r>
              <a:rPr lang="pt-BR" sz="4400" b="1" dirty="0">
                <a:solidFill>
                  <a:schemeClr val="accent1"/>
                </a:solidFill>
                <a:latin typeface="+mn-lt"/>
              </a:rPr>
              <a:t>Análise Trade Off</a:t>
            </a:r>
          </a:p>
        </p:txBody>
      </p:sp>
    </p:spTree>
    <p:extLst>
      <p:ext uri="{BB962C8B-B14F-4D97-AF65-F5344CB8AC3E}">
        <p14:creationId xmlns:p14="http://schemas.microsoft.com/office/powerpoint/2010/main" val="1440874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m 8">
            <a:extLst>
              <a:ext uri="{FF2B5EF4-FFF2-40B4-BE49-F238E27FC236}">
                <a16:creationId xmlns:a16="http://schemas.microsoft.com/office/drawing/2014/main" id="{6805BDD6-B768-9DF6-D253-08F6620F3153}"/>
              </a:ext>
            </a:extLst>
          </p:cNvPr>
          <p:cNvPicPr>
            <a:picLocks noChangeAspect="1"/>
          </p:cNvPicPr>
          <p:nvPr/>
        </p:nvPicPr>
        <p:blipFill>
          <a:blip r:embed="rId3">
            <a:alphaModFix amt="10000"/>
          </a:blip>
          <a:stretch>
            <a:fillRect/>
          </a:stretch>
        </p:blipFill>
        <p:spPr>
          <a:xfrm>
            <a:off x="0" y="0"/>
            <a:ext cx="12177217" cy="6881396"/>
          </a:xfrm>
          <a:prstGeom prst="rect">
            <a:avLst/>
          </a:prstGeom>
        </p:spPr>
      </p:pic>
      <p:pic>
        <p:nvPicPr>
          <p:cNvPr id="3074" name="Picture 2">
            <a:extLst>
              <a:ext uri="{FF2B5EF4-FFF2-40B4-BE49-F238E27FC236}">
                <a16:creationId xmlns:a16="http://schemas.microsoft.com/office/drawing/2014/main" id="{18145D95-CC25-72FA-5312-4308C37F653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828184" y="1270000"/>
            <a:ext cx="4684260" cy="4309520"/>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a:extLst>
              <a:ext uri="{FF2B5EF4-FFF2-40B4-BE49-F238E27FC236}">
                <a16:creationId xmlns:a16="http://schemas.microsoft.com/office/drawing/2014/main" id="{49702FD3-DC90-F574-0D2B-3D04A764D366}"/>
              </a:ext>
            </a:extLst>
          </p:cNvPr>
          <p:cNvSpPr txBox="1"/>
          <p:nvPr/>
        </p:nvSpPr>
        <p:spPr>
          <a:xfrm rot="16200000">
            <a:off x="-2665960" y="3149303"/>
            <a:ext cx="6320769" cy="584775"/>
          </a:xfrm>
          <a:prstGeom prst="rect">
            <a:avLst/>
          </a:prstGeom>
          <a:noFill/>
        </p:spPr>
        <p:txBody>
          <a:bodyPr wrap="none" rtlCol="0" anchor="ctr">
            <a:spAutoFit/>
          </a:bodyPr>
          <a:lstStyle/>
          <a:p>
            <a:pPr algn="ctr"/>
            <a:r>
              <a:rPr lang="pt-BR" sz="3200" b="1" dirty="0">
                <a:solidFill>
                  <a:schemeClr val="accent1"/>
                </a:solidFill>
              </a:rPr>
              <a:t>Complexidade do Ambiente de TI</a:t>
            </a:r>
          </a:p>
        </p:txBody>
      </p:sp>
      <p:sp>
        <p:nvSpPr>
          <p:cNvPr id="3" name="Espaço Reservado para Texto 3">
            <a:extLst>
              <a:ext uri="{FF2B5EF4-FFF2-40B4-BE49-F238E27FC236}">
                <a16:creationId xmlns:a16="http://schemas.microsoft.com/office/drawing/2014/main" id="{197E8F82-DEC8-33D5-06B9-1F938B2860A5}"/>
              </a:ext>
            </a:extLst>
          </p:cNvPr>
          <p:cNvSpPr txBox="1">
            <a:spLocks/>
          </p:cNvSpPr>
          <p:nvPr/>
        </p:nvSpPr>
        <p:spPr>
          <a:xfrm>
            <a:off x="1066799" y="1409065"/>
            <a:ext cx="5761385" cy="40570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38163" algn="l"/>
              </a:tabLst>
            </a:pPr>
            <a:r>
              <a:rPr lang="pt-BR" sz="2400" dirty="0">
                <a:solidFill>
                  <a:schemeClr val="tx2"/>
                </a:solidFill>
              </a:rPr>
              <a:t>	</a:t>
            </a:r>
            <a:r>
              <a:rPr lang="pt-BR" sz="2400" dirty="0">
                <a:solidFill>
                  <a:schemeClr val="accent1"/>
                </a:solidFill>
              </a:rPr>
              <a:t>Ambiente de TI diversificado, distribuído e complexo.</a:t>
            </a:r>
          </a:p>
          <a:p>
            <a:pPr marL="0" indent="0">
              <a:buNone/>
              <a:tabLst>
                <a:tab pos="538163" algn="l"/>
              </a:tabLst>
            </a:pPr>
            <a:r>
              <a:rPr lang="pt-BR" sz="2400" dirty="0">
                <a:solidFill>
                  <a:schemeClr val="accent1"/>
                </a:solidFill>
              </a:rPr>
              <a:t>	Dados em formatos distintos, origem distribuída, grande volumetria.</a:t>
            </a:r>
          </a:p>
          <a:p>
            <a:pPr marL="0" indent="0">
              <a:buNone/>
              <a:tabLst>
                <a:tab pos="538163" algn="l"/>
              </a:tabLst>
            </a:pPr>
            <a:r>
              <a:rPr lang="pt-BR" sz="2400" dirty="0">
                <a:solidFill>
                  <a:schemeClr val="accent1"/>
                </a:solidFill>
              </a:rPr>
              <a:t>	Stakeholders com maior conhecimento e poder de decisão.</a:t>
            </a:r>
          </a:p>
          <a:p>
            <a:pPr marL="0" indent="0">
              <a:buNone/>
              <a:tabLst>
                <a:tab pos="538163" algn="l"/>
              </a:tabLst>
            </a:pPr>
            <a:r>
              <a:rPr lang="pt-BR" sz="2400" dirty="0">
                <a:solidFill>
                  <a:schemeClr val="accent1"/>
                </a:solidFill>
              </a:rPr>
              <a:t>	Ambiente em constante e rápida mudança.</a:t>
            </a:r>
          </a:p>
        </p:txBody>
      </p:sp>
      <p:pic>
        <p:nvPicPr>
          <p:cNvPr id="5" name="Imagem 4">
            <a:extLst>
              <a:ext uri="{FF2B5EF4-FFF2-40B4-BE49-F238E27FC236}">
                <a16:creationId xmlns:a16="http://schemas.microsoft.com/office/drawing/2014/main" id="{D229DB7B-C287-1BA0-421C-8D59B25788A4}"/>
              </a:ext>
            </a:extLst>
          </p:cNvPr>
          <p:cNvPicPr>
            <a:picLocks noChangeAspect="1"/>
          </p:cNvPicPr>
          <p:nvPr/>
        </p:nvPicPr>
        <p:blipFill>
          <a:blip r:embed="rId5"/>
          <a:stretch>
            <a:fillRect/>
          </a:stretch>
        </p:blipFill>
        <p:spPr>
          <a:xfrm>
            <a:off x="10820400" y="0"/>
            <a:ext cx="1356817" cy="1149745"/>
          </a:xfrm>
          <a:prstGeom prst="rect">
            <a:avLst/>
          </a:prstGeom>
        </p:spPr>
      </p:pic>
    </p:spTree>
    <p:extLst>
      <p:ext uri="{BB962C8B-B14F-4D97-AF65-F5344CB8AC3E}">
        <p14:creationId xmlns:p14="http://schemas.microsoft.com/office/powerpoint/2010/main" val="1501068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EC2AB-802D-85F6-1E8A-373AE7E08C6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040CFBC5-55A1-B340-5AE2-21CB4920A6A8}"/>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Arquitetura de Software: Decisões &amp; Atributos</a:t>
            </a:r>
          </a:p>
        </p:txBody>
      </p:sp>
      <p:sp>
        <p:nvSpPr>
          <p:cNvPr id="7" name="CaixaDeTexto 6">
            <a:extLst>
              <a:ext uri="{FF2B5EF4-FFF2-40B4-BE49-F238E27FC236}">
                <a16:creationId xmlns:a16="http://schemas.microsoft.com/office/drawing/2014/main" id="{9EDB7E30-A2A6-4A95-6A21-1A4A6179A519}"/>
              </a:ext>
            </a:extLst>
          </p:cNvPr>
          <p:cNvSpPr txBox="1"/>
          <p:nvPr/>
        </p:nvSpPr>
        <p:spPr>
          <a:xfrm>
            <a:off x="558800" y="995680"/>
            <a:ext cx="9133840" cy="5170646"/>
          </a:xfrm>
          <a:prstGeom prst="rect">
            <a:avLst/>
          </a:prstGeom>
          <a:noFill/>
        </p:spPr>
        <p:txBody>
          <a:bodyPr wrap="square" rtlCol="0">
            <a:spAutoFit/>
          </a:bodyPr>
          <a:lstStyle/>
          <a:p>
            <a:pPr marL="342900" indent="-342900">
              <a:buClr>
                <a:schemeClr val="accent1"/>
              </a:buClr>
              <a:buFont typeface="Wingdings" panose="05000000000000000000" pitchFamily="2" charset="2"/>
              <a:buChar char="§"/>
            </a:pPr>
            <a:r>
              <a:rPr lang="pt-BR" sz="2200" dirty="0">
                <a:solidFill>
                  <a:schemeClr val="accent1"/>
                </a:solidFill>
              </a:rPr>
              <a:t>projeto arquitetural não foca no “</a:t>
            </a:r>
            <a:r>
              <a:rPr lang="pt-BR" sz="2200" b="1" dirty="0">
                <a:solidFill>
                  <a:schemeClr val="accent1"/>
                </a:solidFill>
              </a:rPr>
              <a:t>como</a:t>
            </a:r>
            <a:r>
              <a:rPr lang="pt-BR" sz="2200" dirty="0">
                <a:solidFill>
                  <a:schemeClr val="accent1"/>
                </a:solidFill>
              </a:rPr>
              <a:t>” (detalhes de algoritmo), mas no “</a:t>
            </a:r>
            <a:r>
              <a:rPr lang="pt-BR" sz="2200" b="1" dirty="0">
                <a:solidFill>
                  <a:schemeClr val="accent1"/>
                </a:solidFill>
              </a:rPr>
              <a:t>o quê</a:t>
            </a:r>
            <a:r>
              <a:rPr lang="pt-BR" sz="2200" dirty="0">
                <a:solidFill>
                  <a:schemeClr val="accent1"/>
                </a:solidFill>
              </a:rPr>
              <a:t>” (estrutura e organização)</a:t>
            </a:r>
          </a:p>
          <a:p>
            <a:pPr marL="342900" indent="-342900">
              <a:buClr>
                <a:schemeClr val="accent1"/>
              </a:buClr>
              <a:buFont typeface="Wingdings" panose="05000000000000000000" pitchFamily="2" charset="2"/>
              <a:buChar char="§"/>
            </a:pPr>
            <a:r>
              <a:rPr lang="pt-BR" sz="2200" dirty="0">
                <a:solidFill>
                  <a:schemeClr val="accent1"/>
                </a:solidFill>
              </a:rPr>
              <a:t>escolha impacta diretamente requisitos não funcionais (qualidade):</a:t>
            </a:r>
          </a:p>
          <a:p>
            <a:pPr marL="800100" lvl="1" indent="-342900">
              <a:buClr>
                <a:schemeClr val="accent1"/>
              </a:buClr>
              <a:buFont typeface="Wingdings" panose="05000000000000000000" pitchFamily="2" charset="2"/>
              <a:buChar char="§"/>
            </a:pPr>
            <a:r>
              <a:rPr lang="pt-BR" sz="2200" b="1" dirty="0">
                <a:solidFill>
                  <a:schemeClr val="accent1"/>
                </a:solidFill>
              </a:rPr>
              <a:t>Desempenho</a:t>
            </a:r>
            <a:r>
              <a:rPr lang="pt-BR" sz="2200" dirty="0">
                <a:solidFill>
                  <a:schemeClr val="accent1"/>
                </a:solidFill>
              </a:rPr>
              <a:t>: arquiteturas que localizam operações críticas em poucos componentes para minimizar comunicações</a:t>
            </a:r>
          </a:p>
          <a:p>
            <a:pPr marL="800100" lvl="1" indent="-342900">
              <a:buClr>
                <a:schemeClr val="accent1"/>
              </a:buClr>
              <a:buFont typeface="Wingdings" panose="05000000000000000000" pitchFamily="2" charset="2"/>
              <a:buChar char="§"/>
            </a:pPr>
            <a:r>
              <a:rPr lang="pt-BR" sz="2200" b="1" dirty="0">
                <a:solidFill>
                  <a:schemeClr val="accent1"/>
                </a:solidFill>
              </a:rPr>
              <a:t>Segurança</a:t>
            </a:r>
            <a:r>
              <a:rPr lang="pt-BR" sz="2200" dirty="0">
                <a:solidFill>
                  <a:schemeClr val="accent1"/>
                </a:solidFill>
              </a:rPr>
              <a:t> (</a:t>
            </a:r>
            <a:r>
              <a:rPr lang="pt-BR" sz="2200" i="1" dirty="0" err="1">
                <a:solidFill>
                  <a:schemeClr val="accent1"/>
                </a:solidFill>
              </a:rPr>
              <a:t>Safety</a:t>
            </a:r>
            <a:r>
              <a:rPr lang="pt-BR" sz="2200" dirty="0">
                <a:solidFill>
                  <a:schemeClr val="accent1"/>
                </a:solidFill>
              </a:rPr>
              <a:t>): operações críticas localizadas em componentes isolados para facilitar a validação</a:t>
            </a:r>
          </a:p>
          <a:p>
            <a:pPr marL="800100" lvl="1" indent="-342900">
              <a:buClr>
                <a:schemeClr val="accent1"/>
              </a:buClr>
              <a:buFont typeface="Wingdings" panose="05000000000000000000" pitchFamily="2" charset="2"/>
              <a:buChar char="§"/>
            </a:pPr>
            <a:r>
              <a:rPr lang="pt-BR" sz="2200" b="1" dirty="0">
                <a:solidFill>
                  <a:schemeClr val="accent1"/>
                </a:solidFill>
              </a:rPr>
              <a:t>Proteção</a:t>
            </a:r>
            <a:r>
              <a:rPr lang="pt-BR" sz="2200" dirty="0">
                <a:solidFill>
                  <a:schemeClr val="accent1"/>
                </a:solidFill>
              </a:rPr>
              <a:t> (</a:t>
            </a:r>
            <a:r>
              <a:rPr lang="pt-BR" sz="2200" i="1" dirty="0">
                <a:solidFill>
                  <a:schemeClr val="accent1"/>
                </a:solidFill>
              </a:rPr>
              <a:t>Security</a:t>
            </a:r>
            <a:r>
              <a:rPr lang="pt-BR" sz="2200" dirty="0">
                <a:solidFill>
                  <a:schemeClr val="accent1"/>
                </a:solidFill>
              </a:rPr>
              <a:t>): uso de estruturas em camadas para proteger ativos críticos</a:t>
            </a:r>
          </a:p>
          <a:p>
            <a:pPr marL="800100" lvl="1" indent="-342900">
              <a:buClr>
                <a:schemeClr val="accent1"/>
              </a:buClr>
              <a:buFont typeface="Wingdings" panose="05000000000000000000" pitchFamily="2" charset="2"/>
              <a:buChar char="§"/>
            </a:pPr>
            <a:r>
              <a:rPr lang="pt-BR" sz="2200" b="1" dirty="0">
                <a:solidFill>
                  <a:schemeClr val="accent1"/>
                </a:solidFill>
              </a:rPr>
              <a:t>Disponibilidade</a:t>
            </a:r>
            <a:r>
              <a:rPr lang="pt-BR" sz="2200" dirty="0">
                <a:solidFill>
                  <a:schemeClr val="accent1"/>
                </a:solidFill>
              </a:rPr>
              <a:t>: inclusão de componentes redundantes e mecanismos de recuperação de falhas e</a:t>
            </a:r>
          </a:p>
          <a:p>
            <a:pPr marL="800100" lvl="1" indent="-342900">
              <a:buClr>
                <a:schemeClr val="accent1"/>
              </a:buClr>
              <a:buFont typeface="Wingdings" panose="05000000000000000000" pitchFamily="2" charset="2"/>
              <a:buChar char="§"/>
            </a:pPr>
            <a:r>
              <a:rPr lang="pt-BR" sz="2200" b="1" dirty="0">
                <a:solidFill>
                  <a:schemeClr val="accent1"/>
                </a:solidFill>
              </a:rPr>
              <a:t>Manutenibilidade</a:t>
            </a:r>
            <a:r>
              <a:rPr lang="pt-BR" sz="2200" dirty="0">
                <a:solidFill>
                  <a:schemeClr val="accent1"/>
                </a:solidFill>
              </a:rPr>
              <a:t>: uso de componentes autocontidos e de baixa granularidade para facilitar alterações – </a:t>
            </a:r>
            <a:r>
              <a:rPr lang="pt-BR" sz="2200" b="1" dirty="0">
                <a:solidFill>
                  <a:schemeClr val="accent1"/>
                </a:solidFill>
              </a:rPr>
              <a:t>alta coesão</a:t>
            </a:r>
            <a:r>
              <a:rPr lang="pt-BR" sz="2200" dirty="0">
                <a:solidFill>
                  <a:schemeClr val="accent1"/>
                </a:solidFill>
              </a:rPr>
              <a:t> e </a:t>
            </a:r>
            <a:r>
              <a:rPr lang="pt-BR" sz="2200" b="1" dirty="0">
                <a:solidFill>
                  <a:schemeClr val="accent1"/>
                </a:solidFill>
              </a:rPr>
              <a:t>baixo acoplamento</a:t>
            </a:r>
          </a:p>
          <a:p>
            <a:pPr marL="342900" indent="-342900">
              <a:buClr>
                <a:schemeClr val="accent1"/>
              </a:buClr>
              <a:buFont typeface="Wingdings" panose="05000000000000000000" pitchFamily="2" charset="2"/>
              <a:buChar char="§"/>
            </a:pPr>
            <a:endParaRPr lang="pt-BR" sz="2200" dirty="0">
              <a:solidFill>
                <a:schemeClr val="accent1"/>
              </a:solidFill>
            </a:endParaRPr>
          </a:p>
        </p:txBody>
      </p:sp>
      <p:pic>
        <p:nvPicPr>
          <p:cNvPr id="4" name="Imagem 3">
            <a:extLst>
              <a:ext uri="{FF2B5EF4-FFF2-40B4-BE49-F238E27FC236}">
                <a16:creationId xmlns:a16="http://schemas.microsoft.com/office/drawing/2014/main" id="{DE56BCD5-ADF0-151B-A095-0A3B7BCDD320}"/>
              </a:ext>
            </a:extLst>
          </p:cNvPr>
          <p:cNvPicPr>
            <a:picLocks noChangeAspect="1"/>
          </p:cNvPicPr>
          <p:nvPr/>
        </p:nvPicPr>
        <p:blipFill>
          <a:blip r:embed="rId2"/>
          <a:stretch>
            <a:fillRect/>
          </a:stretch>
        </p:blipFill>
        <p:spPr>
          <a:xfrm>
            <a:off x="11267440" y="133220"/>
            <a:ext cx="812800" cy="812800"/>
          </a:xfrm>
          <a:prstGeom prst="rect">
            <a:avLst/>
          </a:prstGeom>
        </p:spPr>
      </p:pic>
      <p:pic>
        <p:nvPicPr>
          <p:cNvPr id="8" name="Imagem 7">
            <a:extLst>
              <a:ext uri="{FF2B5EF4-FFF2-40B4-BE49-F238E27FC236}">
                <a16:creationId xmlns:a16="http://schemas.microsoft.com/office/drawing/2014/main" id="{0EDCBCE6-6CCC-A0DB-D989-BED8A43193F1}"/>
              </a:ext>
            </a:extLst>
          </p:cNvPr>
          <p:cNvPicPr>
            <a:picLocks noChangeAspect="1"/>
          </p:cNvPicPr>
          <p:nvPr/>
        </p:nvPicPr>
        <p:blipFill>
          <a:blip r:embed="rId3"/>
          <a:stretch>
            <a:fillRect/>
          </a:stretch>
        </p:blipFill>
        <p:spPr>
          <a:xfrm>
            <a:off x="9473104" y="1843035"/>
            <a:ext cx="2627456" cy="3171929"/>
          </a:xfrm>
          <a:prstGeom prst="rect">
            <a:avLst/>
          </a:prstGeom>
        </p:spPr>
      </p:pic>
    </p:spTree>
    <p:extLst>
      <p:ext uri="{BB962C8B-B14F-4D97-AF65-F5344CB8AC3E}">
        <p14:creationId xmlns:p14="http://schemas.microsoft.com/office/powerpoint/2010/main" val="1558224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6CD4A-D127-BA71-1ED2-57279733115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7319AC39-3E14-7E52-E19C-F8F44C816B4F}"/>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Arquitetura de Software x Projeto de Software</a:t>
            </a:r>
          </a:p>
        </p:txBody>
      </p:sp>
      <p:sp>
        <p:nvSpPr>
          <p:cNvPr id="7" name="CaixaDeTexto 6">
            <a:extLst>
              <a:ext uri="{FF2B5EF4-FFF2-40B4-BE49-F238E27FC236}">
                <a16:creationId xmlns:a16="http://schemas.microsoft.com/office/drawing/2014/main" id="{688E281A-3B27-4105-8C77-A522CF4CB5F8}"/>
              </a:ext>
            </a:extLst>
          </p:cNvPr>
          <p:cNvSpPr txBox="1"/>
          <p:nvPr/>
        </p:nvSpPr>
        <p:spPr>
          <a:xfrm>
            <a:off x="558800" y="995680"/>
            <a:ext cx="7691120" cy="5170646"/>
          </a:xfrm>
          <a:prstGeom prst="rect">
            <a:avLst/>
          </a:prstGeom>
          <a:noFill/>
        </p:spPr>
        <p:txBody>
          <a:bodyPr wrap="square" rtlCol="0">
            <a:spAutoFit/>
          </a:bodyPr>
          <a:lstStyle/>
          <a:p>
            <a:pPr>
              <a:buClr>
                <a:schemeClr val="accent1"/>
              </a:buClr>
            </a:pPr>
            <a:r>
              <a:rPr lang="pt-BR" sz="2400" dirty="0">
                <a:solidFill>
                  <a:schemeClr val="accent1"/>
                </a:solidFill>
              </a:rPr>
              <a:t>Não se confundem, embora sejam atividades complementares:</a:t>
            </a:r>
          </a:p>
          <a:p>
            <a:pPr marL="538163" indent="-342900">
              <a:buClr>
                <a:schemeClr val="accent1"/>
              </a:buClr>
              <a:buFont typeface="Wingdings" panose="05000000000000000000" pitchFamily="2" charset="2"/>
              <a:buChar char="§"/>
            </a:pPr>
            <a:r>
              <a:rPr lang="pt-BR" sz="2400" b="1" dirty="0">
                <a:solidFill>
                  <a:schemeClr val="accent1"/>
                </a:solidFill>
              </a:rPr>
              <a:t>Arquitetura</a:t>
            </a:r>
            <a:r>
              <a:rPr lang="pt-BR" sz="2400" dirty="0">
                <a:solidFill>
                  <a:schemeClr val="accent1"/>
                </a:solidFill>
              </a:rPr>
              <a:t> atua em nível mais alto de abstração, definindo a estrutura macro do sistema e suas diretrizes fundamentais</a:t>
            </a:r>
          </a:p>
          <a:p>
            <a:pPr marL="538163" indent="-342900">
              <a:buClr>
                <a:schemeClr val="accent1"/>
              </a:buClr>
              <a:buFont typeface="Wingdings" panose="05000000000000000000" pitchFamily="2" charset="2"/>
              <a:buChar char="§"/>
            </a:pPr>
            <a:r>
              <a:rPr lang="pt-BR" sz="2400" b="1" dirty="0">
                <a:solidFill>
                  <a:schemeClr val="accent1"/>
                </a:solidFill>
              </a:rPr>
              <a:t>Projeto</a:t>
            </a:r>
            <a:r>
              <a:rPr lang="pt-BR" sz="2400" dirty="0">
                <a:solidFill>
                  <a:schemeClr val="accent1"/>
                </a:solidFill>
              </a:rPr>
              <a:t> trata do detalhamento interno dos componentes, incluindo classes, métodos, estruturas de dados e algoritmos</a:t>
            </a:r>
          </a:p>
          <a:p>
            <a:pPr>
              <a:buClr>
                <a:schemeClr val="accent1"/>
              </a:buClr>
            </a:pPr>
            <a:r>
              <a:rPr lang="pt-BR" sz="2400" dirty="0">
                <a:solidFill>
                  <a:schemeClr val="accent1"/>
                </a:solidFill>
              </a:rPr>
              <a:t>Enquanto a </a:t>
            </a:r>
            <a:r>
              <a:rPr lang="pt-BR" sz="2400" b="1" dirty="0">
                <a:solidFill>
                  <a:schemeClr val="accent1"/>
                </a:solidFill>
              </a:rPr>
              <a:t>Arquitetura</a:t>
            </a:r>
            <a:r>
              <a:rPr lang="pt-BR" sz="2400" dirty="0">
                <a:solidFill>
                  <a:schemeClr val="accent1"/>
                </a:solidFill>
              </a:rPr>
              <a:t> orienta decisões estruturais iniciais e de longo prazo, o design é mais suscetível a ajustes incrementais ao longo do desenvolvimento</a:t>
            </a:r>
          </a:p>
          <a:p>
            <a:pPr>
              <a:buClr>
                <a:schemeClr val="accent1"/>
              </a:buClr>
            </a:pPr>
            <a:endParaRPr lang="pt-BR" sz="1000" dirty="0">
              <a:solidFill>
                <a:schemeClr val="accent1"/>
              </a:solidFill>
            </a:endParaRPr>
          </a:p>
          <a:p>
            <a:pPr algn="ctr">
              <a:buClr>
                <a:schemeClr val="accent1"/>
              </a:buClr>
            </a:pPr>
            <a:r>
              <a:rPr lang="pt-BR" sz="2800" dirty="0">
                <a:solidFill>
                  <a:schemeClr val="accent1"/>
                </a:solidFill>
              </a:rPr>
              <a:t>A </a:t>
            </a:r>
            <a:r>
              <a:rPr lang="pt-BR" sz="2800" b="1" dirty="0">
                <a:solidFill>
                  <a:schemeClr val="accent1"/>
                </a:solidFill>
              </a:rPr>
              <a:t>Arquitetura</a:t>
            </a:r>
            <a:r>
              <a:rPr lang="pt-BR" sz="2800" dirty="0">
                <a:solidFill>
                  <a:schemeClr val="accent1"/>
                </a:solidFill>
              </a:rPr>
              <a:t> precede e orienta o design, mas não elimina sua necessidade</a:t>
            </a:r>
          </a:p>
        </p:txBody>
      </p:sp>
      <p:pic>
        <p:nvPicPr>
          <p:cNvPr id="5" name="Imagem 4">
            <a:extLst>
              <a:ext uri="{FF2B5EF4-FFF2-40B4-BE49-F238E27FC236}">
                <a16:creationId xmlns:a16="http://schemas.microsoft.com/office/drawing/2014/main" id="{61F37890-31AA-4004-7946-E665D29097A5}"/>
              </a:ext>
            </a:extLst>
          </p:cNvPr>
          <p:cNvPicPr>
            <a:picLocks noChangeAspect="1"/>
          </p:cNvPicPr>
          <p:nvPr/>
        </p:nvPicPr>
        <p:blipFill>
          <a:blip r:embed="rId2"/>
          <a:stretch>
            <a:fillRect/>
          </a:stretch>
        </p:blipFill>
        <p:spPr>
          <a:xfrm>
            <a:off x="7934075" y="1711960"/>
            <a:ext cx="3917565" cy="3429000"/>
          </a:xfrm>
          <a:prstGeom prst="rect">
            <a:avLst/>
          </a:prstGeom>
        </p:spPr>
      </p:pic>
      <p:pic>
        <p:nvPicPr>
          <p:cNvPr id="9" name="Imagem 8">
            <a:extLst>
              <a:ext uri="{FF2B5EF4-FFF2-40B4-BE49-F238E27FC236}">
                <a16:creationId xmlns:a16="http://schemas.microsoft.com/office/drawing/2014/main" id="{AC0F11B9-60C2-B541-0A7F-6FCEEE08AA05}"/>
              </a:ext>
            </a:extLst>
          </p:cNvPr>
          <p:cNvPicPr>
            <a:picLocks noChangeAspect="1"/>
          </p:cNvPicPr>
          <p:nvPr/>
        </p:nvPicPr>
        <p:blipFill>
          <a:blip r:embed="rId3"/>
          <a:stretch>
            <a:fillRect/>
          </a:stretch>
        </p:blipFill>
        <p:spPr>
          <a:xfrm>
            <a:off x="11335864" y="165121"/>
            <a:ext cx="777418" cy="777418"/>
          </a:xfrm>
          <a:prstGeom prst="rect">
            <a:avLst/>
          </a:prstGeom>
        </p:spPr>
      </p:pic>
      <p:pic>
        <p:nvPicPr>
          <p:cNvPr id="11" name="Imagem 10">
            <a:extLst>
              <a:ext uri="{FF2B5EF4-FFF2-40B4-BE49-F238E27FC236}">
                <a16:creationId xmlns:a16="http://schemas.microsoft.com/office/drawing/2014/main" id="{8E87603A-DD1F-1446-59E6-0D8CE62F2B0C}"/>
              </a:ext>
            </a:extLst>
          </p:cNvPr>
          <p:cNvPicPr>
            <a:picLocks noChangeAspect="1"/>
          </p:cNvPicPr>
          <p:nvPr/>
        </p:nvPicPr>
        <p:blipFill>
          <a:blip r:embed="rId4"/>
          <a:stretch>
            <a:fillRect/>
          </a:stretch>
        </p:blipFill>
        <p:spPr>
          <a:xfrm>
            <a:off x="10200640" y="148187"/>
            <a:ext cx="948282" cy="790235"/>
          </a:xfrm>
          <a:prstGeom prst="rect">
            <a:avLst/>
          </a:prstGeom>
        </p:spPr>
      </p:pic>
    </p:spTree>
    <p:extLst>
      <p:ext uri="{BB962C8B-B14F-4D97-AF65-F5344CB8AC3E}">
        <p14:creationId xmlns:p14="http://schemas.microsoft.com/office/powerpoint/2010/main" val="772604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26509-3065-880F-2C8F-8ED4327E8CFD}"/>
            </a:ext>
          </a:extLst>
        </p:cNvPr>
        <p:cNvGrpSpPr/>
        <p:nvPr/>
      </p:nvGrpSpPr>
      <p:grpSpPr>
        <a:xfrm>
          <a:off x="0" y="0"/>
          <a:ext cx="0" cy="0"/>
          <a:chOff x="0" y="0"/>
          <a:chExt cx="0" cy="0"/>
        </a:xfrm>
      </p:grpSpPr>
      <p:pic>
        <p:nvPicPr>
          <p:cNvPr id="2" name="Imagem 1" descr="Arquitetura de Software | Cassiowt's Blog">
            <a:extLst>
              <a:ext uri="{FF2B5EF4-FFF2-40B4-BE49-F238E27FC236}">
                <a16:creationId xmlns:a16="http://schemas.microsoft.com/office/drawing/2014/main" id="{53CA1794-D60B-9DF1-FA14-B11E6967C40B}"/>
              </a:ext>
            </a:extLst>
          </p:cNvPr>
          <p:cNvPicPr>
            <a:picLocks noChangeAspect="1"/>
          </p:cNvPicPr>
          <p:nvPr/>
        </p:nvPicPr>
        <p:blipFill>
          <a:blip r:embed="rId2"/>
          <a:stretch>
            <a:fillRect/>
          </a:stretch>
        </p:blipFill>
        <p:spPr>
          <a:xfrm>
            <a:off x="8668928" y="3444240"/>
            <a:ext cx="3452074" cy="2044978"/>
          </a:xfrm>
          <a:prstGeom prst="rect">
            <a:avLst/>
          </a:prstGeom>
        </p:spPr>
      </p:pic>
      <p:sp>
        <p:nvSpPr>
          <p:cNvPr id="3" name="CaixaDeTexto 2">
            <a:extLst>
              <a:ext uri="{FF2B5EF4-FFF2-40B4-BE49-F238E27FC236}">
                <a16:creationId xmlns:a16="http://schemas.microsoft.com/office/drawing/2014/main" id="{41D60562-6768-BA8B-0FE3-B1A7D0CE712F}"/>
              </a:ext>
            </a:extLst>
          </p:cNvPr>
          <p:cNvSpPr txBox="1"/>
          <p:nvPr/>
        </p:nvSpPr>
        <p:spPr>
          <a:xfrm>
            <a:off x="345440" y="48716"/>
            <a:ext cx="11506200" cy="1015663"/>
          </a:xfrm>
          <a:prstGeom prst="rect">
            <a:avLst/>
          </a:prstGeom>
          <a:noFill/>
        </p:spPr>
        <p:txBody>
          <a:bodyPr wrap="square" rtlCol="0" anchor="ctr">
            <a:spAutoFit/>
          </a:bodyPr>
          <a:lstStyle/>
          <a:p>
            <a:r>
              <a:rPr lang="pt-BR" sz="3200" b="1" dirty="0">
                <a:solidFill>
                  <a:schemeClr val="accent1"/>
                </a:solidFill>
              </a:rPr>
              <a:t>Arquitetura de Software: Visões</a:t>
            </a:r>
          </a:p>
          <a:p>
            <a:pPr marL="720725"/>
            <a:r>
              <a:rPr lang="pt-BR" sz="2800" b="1" dirty="0">
                <a:solidFill>
                  <a:schemeClr val="accent1"/>
                </a:solidFill>
              </a:rPr>
              <a:t>(</a:t>
            </a:r>
            <a:r>
              <a:rPr lang="pt-BR" sz="2800" b="1" i="1" dirty="0">
                <a:solidFill>
                  <a:schemeClr val="accent1"/>
                </a:solidFill>
              </a:rPr>
              <a:t>modelo 4+1 de </a:t>
            </a:r>
            <a:r>
              <a:rPr lang="pt-BR" sz="2800" b="1" i="1" dirty="0" err="1">
                <a:solidFill>
                  <a:schemeClr val="accent1"/>
                </a:solidFill>
              </a:rPr>
              <a:t>Kruchten</a:t>
            </a:r>
            <a:r>
              <a:rPr lang="pt-BR" sz="2800" b="1" dirty="0">
                <a:solidFill>
                  <a:schemeClr val="accent1"/>
                </a:solidFill>
              </a:rPr>
              <a:t>)</a:t>
            </a:r>
          </a:p>
        </p:txBody>
      </p:sp>
      <p:sp>
        <p:nvSpPr>
          <p:cNvPr id="7" name="CaixaDeTexto 6">
            <a:extLst>
              <a:ext uri="{FF2B5EF4-FFF2-40B4-BE49-F238E27FC236}">
                <a16:creationId xmlns:a16="http://schemas.microsoft.com/office/drawing/2014/main" id="{AF0A19ED-DD1B-DF85-6034-73069442D126}"/>
              </a:ext>
            </a:extLst>
          </p:cNvPr>
          <p:cNvSpPr txBox="1"/>
          <p:nvPr/>
        </p:nvSpPr>
        <p:spPr>
          <a:xfrm>
            <a:off x="345440" y="995680"/>
            <a:ext cx="9702800" cy="4493538"/>
          </a:xfrm>
          <a:prstGeom prst="rect">
            <a:avLst/>
          </a:prstGeom>
          <a:noFill/>
        </p:spPr>
        <p:txBody>
          <a:bodyPr wrap="square" rtlCol="0">
            <a:spAutoFit/>
          </a:bodyPr>
          <a:lstStyle/>
          <a:p>
            <a:pPr>
              <a:buClr>
                <a:schemeClr val="accent1"/>
              </a:buClr>
            </a:pPr>
            <a:r>
              <a:rPr lang="pt-BR" sz="2200" dirty="0">
                <a:solidFill>
                  <a:schemeClr val="accent1"/>
                </a:solidFill>
              </a:rPr>
              <a:t>Um sistema não pode ser descrito por um único modelo, mas exige múltiplas perspectivas (</a:t>
            </a:r>
            <a:r>
              <a:rPr lang="pt-BR" sz="2200" b="1" dirty="0">
                <a:solidFill>
                  <a:schemeClr val="accent1"/>
                </a:solidFill>
              </a:rPr>
              <a:t>Visões</a:t>
            </a:r>
            <a:r>
              <a:rPr lang="pt-BR" sz="2200" dirty="0">
                <a:solidFill>
                  <a:schemeClr val="accent1"/>
                </a:solidFill>
              </a:rPr>
              <a:t>):</a:t>
            </a:r>
          </a:p>
          <a:p>
            <a:pPr marL="720725" lvl="1" indent="-342900">
              <a:buClr>
                <a:schemeClr val="accent1"/>
              </a:buClr>
              <a:buFont typeface="Wingdings" panose="05000000000000000000" pitchFamily="2" charset="2"/>
              <a:buChar char="§"/>
            </a:pPr>
            <a:r>
              <a:rPr lang="pt-BR" sz="2200" b="1" dirty="0">
                <a:solidFill>
                  <a:schemeClr val="accent1"/>
                </a:solidFill>
              </a:rPr>
              <a:t>Visão Lógica</a:t>
            </a:r>
            <a:r>
              <a:rPr lang="pt-BR" sz="2200" dirty="0">
                <a:solidFill>
                  <a:schemeClr val="accent1"/>
                </a:solidFill>
              </a:rPr>
              <a:t>: foco nas abstrações do sistema como, objetos ou classes</a:t>
            </a:r>
          </a:p>
          <a:p>
            <a:pPr marL="720725" lvl="1" indent="-342900">
              <a:buClr>
                <a:schemeClr val="accent1"/>
              </a:buClr>
              <a:buFont typeface="Wingdings" panose="05000000000000000000" pitchFamily="2" charset="2"/>
              <a:buChar char="§"/>
            </a:pPr>
            <a:r>
              <a:rPr lang="pt-BR" sz="2200" b="1" dirty="0">
                <a:solidFill>
                  <a:schemeClr val="accent1"/>
                </a:solidFill>
              </a:rPr>
              <a:t>Visão de Processo</a:t>
            </a:r>
            <a:r>
              <a:rPr lang="pt-BR" sz="2200" dirty="0">
                <a:solidFill>
                  <a:schemeClr val="accent1"/>
                </a:solidFill>
              </a:rPr>
              <a:t>: foca no comportamento em tempo de execução e interação entre processos (importante para desempenho e disponibilidade)</a:t>
            </a:r>
          </a:p>
          <a:p>
            <a:pPr marL="720725" lvl="1" indent="-342900">
              <a:buClr>
                <a:schemeClr val="accent1"/>
              </a:buClr>
              <a:buFont typeface="Wingdings" panose="05000000000000000000" pitchFamily="2" charset="2"/>
              <a:buChar char="§"/>
            </a:pPr>
            <a:r>
              <a:rPr lang="pt-BR" sz="2200" b="1" dirty="0">
                <a:solidFill>
                  <a:schemeClr val="accent1"/>
                </a:solidFill>
              </a:rPr>
              <a:t>Visão de Desenvolvimento</a:t>
            </a:r>
            <a:r>
              <a:rPr lang="pt-BR" sz="2200" dirty="0">
                <a:solidFill>
                  <a:schemeClr val="accent1"/>
                </a:solidFill>
              </a:rPr>
              <a:t>: mostra a decomposição do software em componentes para as equipes de implementação</a:t>
            </a:r>
          </a:p>
          <a:p>
            <a:pPr marL="720725" lvl="1" indent="-342900">
              <a:buClr>
                <a:schemeClr val="accent1"/>
              </a:buClr>
              <a:buFont typeface="Wingdings" panose="05000000000000000000" pitchFamily="2" charset="2"/>
              <a:buChar char="§"/>
            </a:pPr>
            <a:r>
              <a:rPr lang="pt-BR" sz="2200" b="1" dirty="0">
                <a:solidFill>
                  <a:schemeClr val="accent1"/>
                </a:solidFill>
              </a:rPr>
              <a:t>Visão Física</a:t>
            </a:r>
            <a:r>
              <a:rPr lang="pt-BR" sz="2200" dirty="0">
                <a:solidFill>
                  <a:schemeClr val="accent1"/>
                </a:solidFill>
              </a:rPr>
              <a:t>: descreve o hardware e a distribuição física dos componentes nos processadores e</a:t>
            </a:r>
          </a:p>
          <a:p>
            <a:pPr marL="720725" lvl="1" indent="-342900">
              <a:buClr>
                <a:schemeClr val="accent1"/>
              </a:buClr>
              <a:buFont typeface="Wingdings" panose="05000000000000000000" pitchFamily="2" charset="2"/>
              <a:buChar char="§"/>
            </a:pPr>
            <a:r>
              <a:rPr lang="pt-BR" sz="2200" b="1" dirty="0">
                <a:solidFill>
                  <a:schemeClr val="accent1"/>
                </a:solidFill>
              </a:rPr>
              <a:t>Cenários</a:t>
            </a:r>
            <a:r>
              <a:rPr lang="pt-BR" sz="2200" dirty="0">
                <a:solidFill>
                  <a:schemeClr val="accent1"/>
                </a:solidFill>
              </a:rPr>
              <a:t> (ou </a:t>
            </a:r>
            <a:r>
              <a:rPr lang="pt-BR" sz="2200" b="1" dirty="0">
                <a:solidFill>
                  <a:schemeClr val="accent1"/>
                </a:solidFill>
              </a:rPr>
              <a:t>Casos de Uso</a:t>
            </a:r>
            <a:r>
              <a:rPr lang="pt-BR" sz="2200" dirty="0">
                <a:solidFill>
                  <a:schemeClr val="accent1"/>
                </a:solidFill>
              </a:rPr>
              <a:t>): relacionam as visões anteriores, demonstrando como elas trabalham juntas</a:t>
            </a:r>
          </a:p>
          <a:p>
            <a:pPr marL="342900" indent="-342900">
              <a:buClr>
                <a:schemeClr val="accent1"/>
              </a:buClr>
              <a:buFont typeface="Wingdings" panose="05000000000000000000" pitchFamily="2" charset="2"/>
              <a:buChar char="§"/>
            </a:pPr>
            <a:endParaRPr lang="pt-BR" sz="2200" dirty="0">
              <a:solidFill>
                <a:schemeClr val="accent1"/>
              </a:solidFill>
            </a:endParaRPr>
          </a:p>
        </p:txBody>
      </p:sp>
      <p:pic>
        <p:nvPicPr>
          <p:cNvPr id="6" name="Imagem 5">
            <a:extLst>
              <a:ext uri="{FF2B5EF4-FFF2-40B4-BE49-F238E27FC236}">
                <a16:creationId xmlns:a16="http://schemas.microsoft.com/office/drawing/2014/main" id="{CBFBE746-07BE-21F4-4CCE-6DFA4A36A6EA}"/>
              </a:ext>
            </a:extLst>
          </p:cNvPr>
          <p:cNvPicPr>
            <a:picLocks noChangeAspect="1"/>
          </p:cNvPicPr>
          <p:nvPr/>
        </p:nvPicPr>
        <p:blipFill>
          <a:blip r:embed="rId3"/>
          <a:stretch>
            <a:fillRect/>
          </a:stretch>
        </p:blipFill>
        <p:spPr>
          <a:xfrm>
            <a:off x="11288257" y="149000"/>
            <a:ext cx="816200" cy="816200"/>
          </a:xfrm>
          <a:prstGeom prst="rect">
            <a:avLst/>
          </a:prstGeom>
        </p:spPr>
      </p:pic>
    </p:spTree>
    <p:extLst>
      <p:ext uri="{BB962C8B-B14F-4D97-AF65-F5344CB8AC3E}">
        <p14:creationId xmlns:p14="http://schemas.microsoft.com/office/powerpoint/2010/main" val="217846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C5A1-7DF4-9924-9226-439E4D3D5A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5D793A-57FA-9F49-0625-91B16F6A9C60}"/>
              </a:ext>
            </a:extLst>
          </p:cNvPr>
          <p:cNvSpPr>
            <a:spLocks noGrp="1"/>
          </p:cNvSpPr>
          <p:nvPr>
            <p:ph type="title"/>
          </p:nvPr>
        </p:nvSpPr>
        <p:spPr>
          <a:xfrm>
            <a:off x="335280" y="548641"/>
            <a:ext cx="7904480" cy="721360"/>
          </a:xfrm>
        </p:spPr>
        <p:txBody>
          <a:bodyPr vert="horz" lIns="91440" tIns="45720" rIns="91440" bIns="45720" rtlCol="0" anchor="ctr">
            <a:normAutofit/>
          </a:bodyPr>
          <a:lstStyle/>
          <a:p>
            <a:pPr marL="355600" indent="-355600"/>
            <a:r>
              <a:rPr lang="pt-BR" sz="4000" b="1" kern="1200" dirty="0">
                <a:solidFill>
                  <a:schemeClr val="accent1"/>
                </a:solidFill>
                <a:latin typeface="+mn-lt"/>
                <a:ea typeface="+mj-ea"/>
                <a:cs typeface="+mj-cs"/>
              </a:rPr>
              <a:t>Modelo 4 + 1 de </a:t>
            </a:r>
            <a:r>
              <a:rPr lang="pt-BR" sz="4000" b="1" kern="1200" dirty="0" err="1">
                <a:solidFill>
                  <a:schemeClr val="accent1"/>
                </a:solidFill>
                <a:latin typeface="+mn-lt"/>
                <a:ea typeface="+mj-ea"/>
                <a:cs typeface="+mj-cs"/>
              </a:rPr>
              <a:t>Kruchten</a:t>
            </a:r>
            <a:endParaRPr lang="pt-BR" sz="4000" b="1" kern="1200" dirty="0">
              <a:solidFill>
                <a:schemeClr val="accent1"/>
              </a:solidFill>
              <a:latin typeface="+mn-lt"/>
              <a:ea typeface="+mj-ea"/>
              <a:cs typeface="+mj-cs"/>
            </a:endParaRPr>
          </a:p>
        </p:txBody>
      </p:sp>
      <p:sp>
        <p:nvSpPr>
          <p:cNvPr id="4" name="Espaço Reservado para Texto 3">
            <a:extLst>
              <a:ext uri="{FF2B5EF4-FFF2-40B4-BE49-F238E27FC236}">
                <a16:creationId xmlns:a16="http://schemas.microsoft.com/office/drawing/2014/main" id="{1AD9E079-F2BA-FC9D-E8FA-A09B758E5ACC}"/>
              </a:ext>
            </a:extLst>
          </p:cNvPr>
          <p:cNvSpPr>
            <a:spLocks noGrp="1"/>
          </p:cNvSpPr>
          <p:nvPr>
            <p:ph type="body" sz="half" idx="2"/>
          </p:nvPr>
        </p:nvSpPr>
        <p:spPr>
          <a:xfrm>
            <a:off x="1066800" y="1276985"/>
            <a:ext cx="10820400" cy="5032374"/>
          </a:xfrm>
        </p:spPr>
        <p:txBody>
          <a:bodyPr vert="horz" lIns="91440" tIns="45720" rIns="91440" bIns="45720" rtlCol="0">
            <a:noAutofit/>
          </a:bodyPr>
          <a:lstStyle/>
          <a:p>
            <a:pPr marL="342900" indent="-342900">
              <a:buFont typeface="Wingdings" panose="05000000000000000000" pitchFamily="2" charset="2"/>
              <a:buChar char="§"/>
              <a:tabLst>
                <a:tab pos="538163" algn="l"/>
              </a:tabLst>
            </a:pPr>
            <a:r>
              <a:rPr lang="pt-BR" sz="2000" dirty="0">
                <a:solidFill>
                  <a:schemeClr val="accent1"/>
                </a:solidFill>
              </a:rPr>
              <a:t>Estrutura criada por </a:t>
            </a:r>
            <a:r>
              <a:rPr lang="pt-BR" sz="2000" b="1" dirty="0">
                <a:solidFill>
                  <a:schemeClr val="accent1"/>
                </a:solidFill>
              </a:rPr>
              <a:t>Philippe </a:t>
            </a:r>
            <a:r>
              <a:rPr lang="pt-BR" sz="2000" b="1" dirty="0" err="1">
                <a:solidFill>
                  <a:schemeClr val="accent1"/>
                </a:solidFill>
              </a:rPr>
              <a:t>Kruchten</a:t>
            </a:r>
            <a:r>
              <a:rPr lang="pt-BR" sz="2000" dirty="0">
                <a:solidFill>
                  <a:schemeClr val="accent1"/>
                </a:solidFill>
              </a:rPr>
              <a:t> em </a:t>
            </a:r>
            <a:r>
              <a:rPr lang="pt-BR" sz="2000" b="1" dirty="0">
                <a:solidFill>
                  <a:schemeClr val="accent1"/>
                </a:solidFill>
              </a:rPr>
              <a:t>1995</a:t>
            </a:r>
            <a:r>
              <a:rPr lang="pt-BR" sz="2000" dirty="0">
                <a:solidFill>
                  <a:schemeClr val="accent1"/>
                </a:solidFill>
              </a:rPr>
              <a:t> para descrever, organizar e documentar a arquitetura de sistemas de software usando visões concorrentes e complementares</a:t>
            </a:r>
          </a:p>
          <a:p>
            <a:pPr marL="342900" indent="-342900">
              <a:buFont typeface="Wingdings" panose="05000000000000000000" pitchFamily="2" charset="2"/>
              <a:buChar char="§"/>
              <a:tabLst>
                <a:tab pos="538163" algn="l"/>
              </a:tabLst>
            </a:pPr>
            <a:r>
              <a:rPr lang="pt-BR" sz="2000" dirty="0">
                <a:solidFill>
                  <a:schemeClr val="accent1"/>
                </a:solidFill>
              </a:rPr>
              <a:t>Cada visão aborda as preocupações de diferentes públicos interessados, como desenvolvedores, gerentes e usuários</a:t>
            </a:r>
          </a:p>
          <a:p>
            <a:pPr marL="800100" lvl="1" indent="-342900">
              <a:buFont typeface="Wingdings" panose="05000000000000000000" pitchFamily="2" charset="2"/>
              <a:buChar char="§"/>
              <a:tabLst>
                <a:tab pos="538163" algn="l"/>
              </a:tabLst>
            </a:pPr>
            <a:r>
              <a:rPr lang="pt-BR" sz="2000" b="1" dirty="0">
                <a:solidFill>
                  <a:schemeClr val="accent1"/>
                </a:solidFill>
              </a:rPr>
              <a:t>Visão Lógica</a:t>
            </a:r>
            <a:r>
              <a:rPr lang="pt-BR" sz="2000" dirty="0">
                <a:solidFill>
                  <a:schemeClr val="accent1"/>
                </a:solidFill>
              </a:rPr>
              <a:t>: foca na funcionalidade que o sistema entrega ao usuário final. Usa diagramas de classes e de objetos para mostrar os componentes estruturais</a:t>
            </a:r>
          </a:p>
          <a:p>
            <a:pPr marL="800100" lvl="1" indent="-342900">
              <a:buFont typeface="Wingdings" panose="05000000000000000000" pitchFamily="2" charset="2"/>
              <a:buChar char="§"/>
              <a:tabLst>
                <a:tab pos="538163" algn="l"/>
              </a:tabLst>
            </a:pPr>
            <a:r>
              <a:rPr lang="pt-BR" sz="2000" b="1" dirty="0">
                <a:solidFill>
                  <a:schemeClr val="accent1"/>
                </a:solidFill>
              </a:rPr>
              <a:t>Visão de Processo</a:t>
            </a:r>
            <a:r>
              <a:rPr lang="pt-BR" sz="2000" dirty="0">
                <a:solidFill>
                  <a:schemeClr val="accent1"/>
                </a:solidFill>
              </a:rPr>
              <a:t>: trata da parte dinâmica do sistema, como concorrência, desempenho, threads e sincronização entre os processos</a:t>
            </a:r>
          </a:p>
          <a:p>
            <a:pPr marL="800100" lvl="1" indent="-342900">
              <a:buFont typeface="Wingdings" panose="05000000000000000000" pitchFamily="2" charset="2"/>
              <a:buChar char="§"/>
              <a:tabLst>
                <a:tab pos="538163" algn="l"/>
              </a:tabLst>
            </a:pPr>
            <a:r>
              <a:rPr lang="pt-BR" sz="2000" b="1" dirty="0">
                <a:solidFill>
                  <a:schemeClr val="accent1"/>
                </a:solidFill>
              </a:rPr>
              <a:t>Visão de Desenvolvimento</a:t>
            </a:r>
            <a:r>
              <a:rPr lang="pt-BR" sz="2000" dirty="0">
                <a:solidFill>
                  <a:schemeClr val="accent1"/>
                </a:solidFill>
              </a:rPr>
              <a:t>: organiza o software no ambiente de desenvolvimento, como módulos, subsistemas, bibliotecas e a hierarquia de arquivos de código</a:t>
            </a:r>
          </a:p>
          <a:p>
            <a:pPr marL="800100" lvl="1" indent="-342900">
              <a:buFont typeface="Wingdings" panose="05000000000000000000" pitchFamily="2" charset="2"/>
              <a:buChar char="§"/>
              <a:tabLst>
                <a:tab pos="538163" algn="l"/>
              </a:tabLst>
            </a:pPr>
            <a:r>
              <a:rPr lang="pt-BR" sz="2000" b="1" dirty="0">
                <a:solidFill>
                  <a:schemeClr val="accent1"/>
                </a:solidFill>
              </a:rPr>
              <a:t>Visão Física</a:t>
            </a:r>
            <a:r>
              <a:rPr lang="pt-BR" sz="2000" dirty="0">
                <a:solidFill>
                  <a:schemeClr val="accent1"/>
                </a:solidFill>
              </a:rPr>
              <a:t> (implantação): descreve a distribuição do software sobre o hardware e topologia de rede</a:t>
            </a:r>
          </a:p>
          <a:p>
            <a:pPr marL="800100" lvl="1" indent="-342900">
              <a:buFont typeface="Wingdings" panose="05000000000000000000" pitchFamily="2" charset="2"/>
              <a:buChar char="§"/>
              <a:tabLst>
                <a:tab pos="538163" algn="l"/>
              </a:tabLst>
            </a:pPr>
            <a:r>
              <a:rPr lang="pt-BR" sz="2000" b="1" dirty="0">
                <a:solidFill>
                  <a:schemeClr val="accent1"/>
                </a:solidFill>
              </a:rPr>
              <a:t>Visão de Cenários</a:t>
            </a:r>
            <a:r>
              <a:rPr lang="pt-BR" sz="2000" dirty="0">
                <a:solidFill>
                  <a:schemeClr val="accent1"/>
                </a:solidFill>
              </a:rPr>
              <a:t> (+1): elemento central que une as demais visões. Uso de </a:t>
            </a:r>
            <a:r>
              <a:rPr lang="pt-BR" sz="2000" b="1" dirty="0">
                <a:solidFill>
                  <a:schemeClr val="accent1"/>
                </a:solidFill>
              </a:rPr>
              <a:t>Casos de Uso</a:t>
            </a:r>
            <a:r>
              <a:rPr lang="pt-BR" sz="2000" dirty="0">
                <a:solidFill>
                  <a:schemeClr val="accent1"/>
                </a:solidFill>
              </a:rPr>
              <a:t> (ou </a:t>
            </a:r>
            <a:r>
              <a:rPr lang="pt-BR" sz="2000" b="1" dirty="0">
                <a:solidFill>
                  <a:schemeClr val="accent1"/>
                </a:solidFill>
              </a:rPr>
              <a:t>Cenários</a:t>
            </a:r>
            <a:r>
              <a:rPr lang="pt-BR" sz="2000" dirty="0">
                <a:solidFill>
                  <a:schemeClr val="accent1"/>
                </a:solidFill>
              </a:rPr>
              <a:t>) para validar e ilustrar o funcionamento da arquitetura sob a ótica do comportamento do sistema</a:t>
            </a:r>
          </a:p>
        </p:txBody>
      </p:sp>
      <p:pic>
        <p:nvPicPr>
          <p:cNvPr id="5" name="Imagem 4">
            <a:extLst>
              <a:ext uri="{FF2B5EF4-FFF2-40B4-BE49-F238E27FC236}">
                <a16:creationId xmlns:a16="http://schemas.microsoft.com/office/drawing/2014/main" id="{45C52C6E-9D44-AE90-287F-DD4AB02F197F}"/>
              </a:ext>
            </a:extLst>
          </p:cNvPr>
          <p:cNvPicPr>
            <a:picLocks noChangeAspect="1"/>
          </p:cNvPicPr>
          <p:nvPr/>
        </p:nvPicPr>
        <p:blipFill>
          <a:blip r:embed="rId2"/>
          <a:stretch>
            <a:fillRect/>
          </a:stretch>
        </p:blipFill>
        <p:spPr>
          <a:xfrm rot="5400000">
            <a:off x="-1626046" y="2974545"/>
            <a:ext cx="4316818" cy="937971"/>
          </a:xfrm>
          <a:prstGeom prst="rect">
            <a:avLst/>
          </a:prstGeom>
        </p:spPr>
      </p:pic>
      <p:pic>
        <p:nvPicPr>
          <p:cNvPr id="6" name="Imagem 5">
            <a:extLst>
              <a:ext uri="{FF2B5EF4-FFF2-40B4-BE49-F238E27FC236}">
                <a16:creationId xmlns:a16="http://schemas.microsoft.com/office/drawing/2014/main" id="{339790B1-DA01-2608-EDBE-4E46D78A2075}"/>
              </a:ext>
            </a:extLst>
          </p:cNvPr>
          <p:cNvPicPr>
            <a:picLocks noChangeAspect="1"/>
          </p:cNvPicPr>
          <p:nvPr/>
        </p:nvPicPr>
        <p:blipFill>
          <a:blip r:embed="rId3"/>
          <a:stretch>
            <a:fillRect/>
          </a:stretch>
        </p:blipFill>
        <p:spPr>
          <a:xfrm>
            <a:off x="11288257" y="149000"/>
            <a:ext cx="816200" cy="816200"/>
          </a:xfrm>
          <a:prstGeom prst="rect">
            <a:avLst/>
          </a:prstGeom>
        </p:spPr>
      </p:pic>
    </p:spTree>
    <p:extLst>
      <p:ext uri="{BB962C8B-B14F-4D97-AF65-F5344CB8AC3E}">
        <p14:creationId xmlns:p14="http://schemas.microsoft.com/office/powerpoint/2010/main" val="2806482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932BC-217B-56D5-FD29-90E4D25D8A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DE99B2-A563-2B71-9418-B70A738B017B}"/>
              </a:ext>
            </a:extLst>
          </p:cNvPr>
          <p:cNvSpPr>
            <a:spLocks noGrp="1"/>
          </p:cNvSpPr>
          <p:nvPr>
            <p:ph type="title"/>
          </p:nvPr>
        </p:nvSpPr>
        <p:spPr>
          <a:xfrm>
            <a:off x="335280" y="548641"/>
            <a:ext cx="7904480" cy="721360"/>
          </a:xfrm>
        </p:spPr>
        <p:txBody>
          <a:bodyPr vert="horz" lIns="91440" tIns="45720" rIns="91440" bIns="45720" rtlCol="0" anchor="ctr">
            <a:normAutofit/>
          </a:bodyPr>
          <a:lstStyle/>
          <a:p>
            <a:pPr marL="355600" indent="-355600"/>
            <a:r>
              <a:rPr lang="pt-BR" sz="4000" b="1" kern="1200" dirty="0">
                <a:solidFill>
                  <a:schemeClr val="accent1"/>
                </a:solidFill>
                <a:latin typeface="+mn-lt"/>
                <a:ea typeface="+mj-ea"/>
                <a:cs typeface="+mj-cs"/>
              </a:rPr>
              <a:t>Modelo 4 + 1 de </a:t>
            </a:r>
            <a:r>
              <a:rPr lang="pt-BR" sz="4000" b="1" kern="1200" dirty="0" err="1">
                <a:solidFill>
                  <a:schemeClr val="accent1"/>
                </a:solidFill>
                <a:latin typeface="+mn-lt"/>
                <a:ea typeface="+mj-ea"/>
                <a:cs typeface="+mj-cs"/>
              </a:rPr>
              <a:t>Kruchten</a:t>
            </a:r>
            <a:r>
              <a:rPr lang="pt-BR" sz="2800" b="1" kern="1200" dirty="0">
                <a:solidFill>
                  <a:schemeClr val="accent1"/>
                </a:solidFill>
                <a:latin typeface="+mn-lt"/>
                <a:ea typeface="+mj-ea"/>
                <a:cs typeface="+mj-cs"/>
              </a:rPr>
              <a:t> (cont.)</a:t>
            </a:r>
          </a:p>
        </p:txBody>
      </p:sp>
      <p:sp>
        <p:nvSpPr>
          <p:cNvPr id="4" name="Espaço Reservado para Texto 3">
            <a:extLst>
              <a:ext uri="{FF2B5EF4-FFF2-40B4-BE49-F238E27FC236}">
                <a16:creationId xmlns:a16="http://schemas.microsoft.com/office/drawing/2014/main" id="{577C0724-0C59-7F4B-F615-4E5DBADB0805}"/>
              </a:ext>
            </a:extLst>
          </p:cNvPr>
          <p:cNvSpPr>
            <a:spLocks noGrp="1"/>
          </p:cNvSpPr>
          <p:nvPr>
            <p:ph type="body" sz="half" idx="2"/>
          </p:nvPr>
        </p:nvSpPr>
        <p:spPr>
          <a:xfrm>
            <a:off x="1066800" y="1276985"/>
            <a:ext cx="10952480" cy="5032374"/>
          </a:xfrm>
        </p:spPr>
        <p:txBody>
          <a:bodyPr vert="horz" lIns="91440" tIns="45720" rIns="91440" bIns="45720" rtlCol="0">
            <a:noAutofit/>
          </a:bodyPr>
          <a:lstStyle/>
          <a:p>
            <a:pPr>
              <a:tabLst>
                <a:tab pos="538163" algn="l"/>
              </a:tabLst>
            </a:pPr>
            <a:r>
              <a:rPr lang="pt-BR" sz="2000" dirty="0">
                <a:solidFill>
                  <a:schemeClr val="accent1"/>
                </a:solidFill>
              </a:rPr>
              <a:t>Diagramas UML mais adequados para cada uma das visões:</a:t>
            </a:r>
          </a:p>
          <a:p>
            <a:pPr marL="538163" indent="-342900">
              <a:buFont typeface="Wingdings" panose="05000000000000000000" pitchFamily="2" charset="2"/>
              <a:buChar char="§"/>
              <a:tabLst>
                <a:tab pos="538163" algn="l"/>
              </a:tabLst>
            </a:pPr>
            <a:r>
              <a:rPr lang="pt-BR" sz="2000" b="1" dirty="0">
                <a:solidFill>
                  <a:schemeClr val="accent1"/>
                </a:solidFill>
              </a:rPr>
              <a:t>Visão Lógica</a:t>
            </a:r>
            <a:r>
              <a:rPr lang="pt-BR" sz="2000" dirty="0">
                <a:solidFill>
                  <a:schemeClr val="accent1"/>
                </a:solidFill>
              </a:rPr>
              <a:t>: foco na estrutura funcional do sistema (o que o sistema deve fazer)</a:t>
            </a:r>
          </a:p>
          <a:p>
            <a:pPr marL="803275" lvl="1" indent="-342900">
              <a:buFont typeface="Wingdings" panose="05000000000000000000" pitchFamily="2" charset="2"/>
              <a:buChar char="§"/>
            </a:pPr>
            <a:r>
              <a:rPr lang="pt-BR" sz="1800" b="1" dirty="0">
                <a:solidFill>
                  <a:schemeClr val="accent1"/>
                </a:solidFill>
              </a:rPr>
              <a:t>de Classes</a:t>
            </a:r>
            <a:r>
              <a:rPr lang="pt-BR" sz="1800" dirty="0">
                <a:solidFill>
                  <a:schemeClr val="accent1"/>
                </a:solidFill>
              </a:rPr>
              <a:t>: mostra as entidades, atributos, métodos e seus relacionamentos</a:t>
            </a:r>
          </a:p>
          <a:p>
            <a:pPr marL="803275" lvl="1" indent="-342900">
              <a:buFont typeface="Wingdings" panose="05000000000000000000" pitchFamily="2" charset="2"/>
              <a:buChar char="§"/>
            </a:pPr>
            <a:r>
              <a:rPr lang="pt-BR" sz="1800" b="1" dirty="0">
                <a:solidFill>
                  <a:schemeClr val="accent1"/>
                </a:solidFill>
              </a:rPr>
              <a:t>de Objetos</a:t>
            </a:r>
            <a:r>
              <a:rPr lang="pt-BR" sz="1800" dirty="0">
                <a:solidFill>
                  <a:schemeClr val="accent1"/>
                </a:solidFill>
              </a:rPr>
              <a:t>: ilustra instâncias de classes em um momento específico do tempo</a:t>
            </a:r>
          </a:p>
          <a:p>
            <a:pPr marL="803275" lvl="1" indent="-342900">
              <a:buFont typeface="Wingdings" panose="05000000000000000000" pitchFamily="2" charset="2"/>
              <a:buChar char="§"/>
            </a:pPr>
            <a:r>
              <a:rPr lang="pt-BR" sz="1800" b="1" dirty="0">
                <a:solidFill>
                  <a:schemeClr val="accent1"/>
                </a:solidFill>
              </a:rPr>
              <a:t>de Pacotes</a:t>
            </a:r>
            <a:r>
              <a:rPr lang="pt-BR" sz="1800" dirty="0">
                <a:solidFill>
                  <a:schemeClr val="accent1"/>
                </a:solidFill>
              </a:rPr>
              <a:t>: organiza as classes em grupos lógicos ou camadas</a:t>
            </a:r>
          </a:p>
          <a:p>
            <a:pPr marL="803275" lvl="1" indent="-342900">
              <a:buFont typeface="Wingdings" panose="05000000000000000000" pitchFamily="2" charset="2"/>
              <a:buChar char="§"/>
            </a:pPr>
            <a:r>
              <a:rPr lang="pt-BR" sz="1800" b="1" dirty="0">
                <a:solidFill>
                  <a:schemeClr val="accent1"/>
                </a:solidFill>
              </a:rPr>
              <a:t>de Sequência</a:t>
            </a:r>
            <a:r>
              <a:rPr lang="pt-BR" sz="1800" dirty="0">
                <a:solidFill>
                  <a:schemeClr val="accent1"/>
                </a:solidFill>
              </a:rPr>
              <a:t>: demonstra a troca de mensagens entre objetos para realizar uma tarefa</a:t>
            </a:r>
          </a:p>
          <a:p>
            <a:pPr marL="538163" indent="-342900">
              <a:buFont typeface="Wingdings" panose="05000000000000000000" pitchFamily="2" charset="2"/>
              <a:buChar char="§"/>
              <a:tabLst>
                <a:tab pos="538163" algn="l"/>
              </a:tabLst>
            </a:pPr>
            <a:r>
              <a:rPr lang="pt-BR" sz="2000" b="1" dirty="0">
                <a:solidFill>
                  <a:schemeClr val="accent1"/>
                </a:solidFill>
              </a:rPr>
              <a:t>Visão de Processo</a:t>
            </a:r>
            <a:r>
              <a:rPr lang="pt-BR" sz="2000" dirty="0">
                <a:solidFill>
                  <a:schemeClr val="accent1"/>
                </a:solidFill>
              </a:rPr>
              <a:t>: foco no comportamento dinâmico, desempenho, concorrência e escalabilidade</a:t>
            </a:r>
          </a:p>
          <a:p>
            <a:pPr marL="803275" lvl="1" indent="-342900">
              <a:buFont typeface="Wingdings" panose="05000000000000000000" pitchFamily="2" charset="2"/>
              <a:buChar char="§"/>
              <a:tabLst>
                <a:tab pos="538163" algn="l"/>
              </a:tabLst>
            </a:pPr>
            <a:r>
              <a:rPr lang="pt-BR" sz="1800" b="1" dirty="0">
                <a:solidFill>
                  <a:schemeClr val="accent1"/>
                </a:solidFill>
              </a:rPr>
              <a:t>de Atividades</a:t>
            </a:r>
            <a:r>
              <a:rPr lang="pt-BR" sz="1800" dirty="0">
                <a:solidFill>
                  <a:schemeClr val="accent1"/>
                </a:solidFill>
              </a:rPr>
              <a:t>: mostra o fluxo de trabalho passo a passo (paralelo ou sequencial) dos processos</a:t>
            </a:r>
          </a:p>
          <a:p>
            <a:pPr marL="803275" lvl="1" indent="-342900">
              <a:buFont typeface="Wingdings" panose="05000000000000000000" pitchFamily="2" charset="2"/>
              <a:buChar char="§"/>
              <a:tabLst>
                <a:tab pos="538163" algn="l"/>
              </a:tabLst>
            </a:pPr>
            <a:r>
              <a:rPr lang="pt-BR" sz="1800" b="1" dirty="0">
                <a:solidFill>
                  <a:schemeClr val="accent1"/>
                </a:solidFill>
              </a:rPr>
              <a:t>de Comunicação / Colaboração</a:t>
            </a:r>
            <a:r>
              <a:rPr lang="pt-BR" sz="1800" dirty="0">
                <a:solidFill>
                  <a:schemeClr val="accent1"/>
                </a:solidFill>
              </a:rPr>
              <a:t>: enfatiza a organização dos objetos que trocam mensagens em tempo de execução</a:t>
            </a:r>
          </a:p>
          <a:p>
            <a:pPr marL="803275" lvl="1" indent="-342900">
              <a:buFont typeface="Wingdings" panose="05000000000000000000" pitchFamily="2" charset="2"/>
              <a:buChar char="§"/>
              <a:tabLst>
                <a:tab pos="538163" algn="l"/>
              </a:tabLst>
            </a:pPr>
            <a:r>
              <a:rPr lang="pt-BR" sz="1800" b="1" dirty="0">
                <a:solidFill>
                  <a:schemeClr val="accent1"/>
                </a:solidFill>
              </a:rPr>
              <a:t>de Máquina de Estados</a:t>
            </a:r>
            <a:r>
              <a:rPr lang="pt-BR" sz="1800" dirty="0">
                <a:solidFill>
                  <a:schemeClr val="accent1"/>
                </a:solidFill>
              </a:rPr>
              <a:t>: representa as mudanças de estado de um objeto ou processo complexo devido a eventos</a:t>
            </a:r>
          </a:p>
        </p:txBody>
      </p:sp>
      <p:pic>
        <p:nvPicPr>
          <p:cNvPr id="5" name="Imagem 4">
            <a:extLst>
              <a:ext uri="{FF2B5EF4-FFF2-40B4-BE49-F238E27FC236}">
                <a16:creationId xmlns:a16="http://schemas.microsoft.com/office/drawing/2014/main" id="{835C38D6-9623-8A8A-D182-F3AA35DDD08F}"/>
              </a:ext>
            </a:extLst>
          </p:cNvPr>
          <p:cNvPicPr>
            <a:picLocks noChangeAspect="1"/>
          </p:cNvPicPr>
          <p:nvPr/>
        </p:nvPicPr>
        <p:blipFill>
          <a:blip r:embed="rId2"/>
          <a:stretch>
            <a:fillRect/>
          </a:stretch>
        </p:blipFill>
        <p:spPr>
          <a:xfrm rot="5400000">
            <a:off x="-1626046" y="2974545"/>
            <a:ext cx="4316818" cy="937971"/>
          </a:xfrm>
          <a:prstGeom prst="rect">
            <a:avLst/>
          </a:prstGeom>
        </p:spPr>
      </p:pic>
      <p:pic>
        <p:nvPicPr>
          <p:cNvPr id="6" name="Imagem 5">
            <a:extLst>
              <a:ext uri="{FF2B5EF4-FFF2-40B4-BE49-F238E27FC236}">
                <a16:creationId xmlns:a16="http://schemas.microsoft.com/office/drawing/2014/main" id="{EE5D684D-FD41-67F4-2C60-BB6573CF58AD}"/>
              </a:ext>
            </a:extLst>
          </p:cNvPr>
          <p:cNvPicPr>
            <a:picLocks noChangeAspect="1"/>
          </p:cNvPicPr>
          <p:nvPr/>
        </p:nvPicPr>
        <p:blipFill>
          <a:blip r:embed="rId3"/>
          <a:stretch>
            <a:fillRect/>
          </a:stretch>
        </p:blipFill>
        <p:spPr>
          <a:xfrm>
            <a:off x="11288257" y="149000"/>
            <a:ext cx="816200" cy="816200"/>
          </a:xfrm>
          <a:prstGeom prst="rect">
            <a:avLst/>
          </a:prstGeom>
        </p:spPr>
      </p:pic>
    </p:spTree>
    <p:extLst>
      <p:ext uri="{BB962C8B-B14F-4D97-AF65-F5344CB8AC3E}">
        <p14:creationId xmlns:p14="http://schemas.microsoft.com/office/powerpoint/2010/main" val="299148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BA850-30DE-70CF-FDCC-5C7523143A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3B02B5-4FF7-7512-0A3B-8049B9F98DB5}"/>
              </a:ext>
            </a:extLst>
          </p:cNvPr>
          <p:cNvSpPr>
            <a:spLocks noGrp="1"/>
          </p:cNvSpPr>
          <p:nvPr>
            <p:ph type="title"/>
          </p:nvPr>
        </p:nvSpPr>
        <p:spPr>
          <a:xfrm>
            <a:off x="335280" y="548641"/>
            <a:ext cx="7904480" cy="721360"/>
          </a:xfrm>
        </p:spPr>
        <p:txBody>
          <a:bodyPr vert="horz" lIns="91440" tIns="45720" rIns="91440" bIns="45720" rtlCol="0" anchor="ctr">
            <a:normAutofit/>
          </a:bodyPr>
          <a:lstStyle/>
          <a:p>
            <a:pPr marL="355600" indent="-355600"/>
            <a:r>
              <a:rPr lang="pt-BR" sz="4000" b="1" kern="1200" dirty="0">
                <a:solidFill>
                  <a:schemeClr val="accent1"/>
                </a:solidFill>
                <a:latin typeface="+mn-lt"/>
                <a:ea typeface="+mj-ea"/>
                <a:cs typeface="+mj-cs"/>
              </a:rPr>
              <a:t>Modelo 4 + 1 de </a:t>
            </a:r>
            <a:r>
              <a:rPr lang="pt-BR" sz="4000" b="1" kern="1200" dirty="0" err="1">
                <a:solidFill>
                  <a:schemeClr val="accent1"/>
                </a:solidFill>
                <a:latin typeface="+mn-lt"/>
                <a:ea typeface="+mj-ea"/>
                <a:cs typeface="+mj-cs"/>
              </a:rPr>
              <a:t>Kruchten</a:t>
            </a:r>
            <a:r>
              <a:rPr lang="pt-BR" sz="2800" b="1" kern="1200" dirty="0">
                <a:solidFill>
                  <a:schemeClr val="accent1"/>
                </a:solidFill>
                <a:latin typeface="+mn-lt"/>
                <a:ea typeface="+mj-ea"/>
                <a:cs typeface="+mj-cs"/>
              </a:rPr>
              <a:t> (cont.)</a:t>
            </a:r>
          </a:p>
        </p:txBody>
      </p:sp>
      <p:sp>
        <p:nvSpPr>
          <p:cNvPr id="4" name="Espaço Reservado para Texto 3">
            <a:extLst>
              <a:ext uri="{FF2B5EF4-FFF2-40B4-BE49-F238E27FC236}">
                <a16:creationId xmlns:a16="http://schemas.microsoft.com/office/drawing/2014/main" id="{465EFCCD-2A1F-FDBD-017F-E8B4A6334469}"/>
              </a:ext>
            </a:extLst>
          </p:cNvPr>
          <p:cNvSpPr>
            <a:spLocks noGrp="1"/>
          </p:cNvSpPr>
          <p:nvPr>
            <p:ph type="body" sz="half" idx="2"/>
          </p:nvPr>
        </p:nvSpPr>
        <p:spPr>
          <a:xfrm>
            <a:off x="1066800" y="1276985"/>
            <a:ext cx="10952480" cy="5032374"/>
          </a:xfrm>
        </p:spPr>
        <p:txBody>
          <a:bodyPr vert="horz" lIns="91440" tIns="45720" rIns="91440" bIns="45720" rtlCol="0">
            <a:noAutofit/>
          </a:bodyPr>
          <a:lstStyle/>
          <a:p>
            <a:pPr>
              <a:tabLst>
                <a:tab pos="538163" algn="l"/>
              </a:tabLst>
            </a:pPr>
            <a:r>
              <a:rPr lang="pt-BR" sz="2000" dirty="0">
                <a:solidFill>
                  <a:schemeClr val="accent1"/>
                </a:solidFill>
              </a:rPr>
              <a:t>Diagramas UML mais adequados para cada uma das visões:</a:t>
            </a:r>
          </a:p>
          <a:p>
            <a:pPr marL="538163" indent="-342900">
              <a:buFont typeface="Wingdings" panose="05000000000000000000" pitchFamily="2" charset="2"/>
              <a:buChar char="§"/>
              <a:tabLst>
                <a:tab pos="538163" algn="l"/>
              </a:tabLst>
            </a:pPr>
            <a:r>
              <a:rPr lang="pt-BR" sz="2000" b="1" dirty="0">
                <a:solidFill>
                  <a:schemeClr val="accent1"/>
                </a:solidFill>
              </a:rPr>
              <a:t>Visão de Desenvolvimento</a:t>
            </a:r>
            <a:r>
              <a:rPr lang="pt-BR" sz="2000" dirty="0">
                <a:solidFill>
                  <a:schemeClr val="accent1"/>
                </a:solidFill>
              </a:rPr>
              <a:t> (ou de </a:t>
            </a:r>
            <a:r>
              <a:rPr lang="pt-BR" sz="2000" b="1" dirty="0">
                <a:solidFill>
                  <a:schemeClr val="accent1"/>
                </a:solidFill>
              </a:rPr>
              <a:t>Implementação</a:t>
            </a:r>
            <a:r>
              <a:rPr lang="pt-BR" sz="2000" dirty="0">
                <a:solidFill>
                  <a:schemeClr val="accent1"/>
                </a:solidFill>
              </a:rPr>
              <a:t>): foco na organização modular do código-fonte e gerenciamento de arquivos</a:t>
            </a:r>
          </a:p>
          <a:p>
            <a:pPr marL="803275" indent="-342900">
              <a:buFont typeface="Wingdings" panose="05000000000000000000" pitchFamily="2" charset="2"/>
              <a:buChar char="§"/>
              <a:tabLst>
                <a:tab pos="538163" algn="l"/>
              </a:tabLst>
            </a:pPr>
            <a:r>
              <a:rPr lang="pt-BR" sz="1800" b="1" dirty="0">
                <a:solidFill>
                  <a:schemeClr val="accent1"/>
                </a:solidFill>
              </a:rPr>
              <a:t>de Componentes</a:t>
            </a:r>
            <a:r>
              <a:rPr lang="pt-BR" sz="1800" dirty="0">
                <a:solidFill>
                  <a:schemeClr val="accent1"/>
                </a:solidFill>
              </a:rPr>
              <a:t>: mostra os módulos de código, bibliotecas (JAR, DLL), executáveis e suas dependências</a:t>
            </a:r>
          </a:p>
          <a:p>
            <a:pPr marL="803275" indent="-342900">
              <a:buFont typeface="Wingdings" panose="05000000000000000000" pitchFamily="2" charset="2"/>
              <a:buChar char="§"/>
              <a:tabLst>
                <a:tab pos="538163" algn="l"/>
              </a:tabLst>
            </a:pPr>
            <a:r>
              <a:rPr lang="pt-BR" sz="1800" b="1" dirty="0">
                <a:solidFill>
                  <a:schemeClr val="accent1"/>
                </a:solidFill>
              </a:rPr>
              <a:t>de Pacotes</a:t>
            </a:r>
            <a:r>
              <a:rPr lang="pt-BR" sz="1800" dirty="0">
                <a:solidFill>
                  <a:schemeClr val="accent1"/>
                </a:solidFill>
              </a:rPr>
              <a:t>: utilizado para organizar diretórios, módulos ou subsistemas de código</a:t>
            </a:r>
          </a:p>
          <a:p>
            <a:pPr marL="538163" indent="-342900">
              <a:buFont typeface="Wingdings" panose="05000000000000000000" pitchFamily="2" charset="2"/>
              <a:buChar char="§"/>
              <a:tabLst>
                <a:tab pos="538163" algn="l"/>
              </a:tabLst>
            </a:pPr>
            <a:r>
              <a:rPr lang="pt-BR" sz="2000" b="1" dirty="0">
                <a:solidFill>
                  <a:schemeClr val="accent1"/>
                </a:solidFill>
              </a:rPr>
              <a:t>Visão Física</a:t>
            </a:r>
            <a:r>
              <a:rPr lang="pt-BR" sz="2000" dirty="0">
                <a:solidFill>
                  <a:schemeClr val="accent1"/>
                </a:solidFill>
              </a:rPr>
              <a:t> (ou de </a:t>
            </a:r>
            <a:r>
              <a:rPr lang="pt-BR" sz="2000" b="1" dirty="0">
                <a:solidFill>
                  <a:schemeClr val="accent1"/>
                </a:solidFill>
              </a:rPr>
              <a:t>Implantação</a:t>
            </a:r>
            <a:r>
              <a:rPr lang="pt-BR" sz="2000" dirty="0">
                <a:solidFill>
                  <a:schemeClr val="accent1"/>
                </a:solidFill>
              </a:rPr>
              <a:t>): foco na distribuição do software nos elementos de hardware e infraestrutura de rede</a:t>
            </a:r>
          </a:p>
          <a:p>
            <a:pPr marL="803275" indent="-342900">
              <a:buFont typeface="Wingdings" panose="05000000000000000000" pitchFamily="2" charset="2"/>
              <a:buChar char="§"/>
            </a:pPr>
            <a:r>
              <a:rPr lang="pt-BR" sz="2000" b="1" dirty="0">
                <a:solidFill>
                  <a:schemeClr val="accent1"/>
                </a:solidFill>
              </a:rPr>
              <a:t>de Implantação</a:t>
            </a:r>
            <a:r>
              <a:rPr lang="pt-BR" sz="2000" dirty="0">
                <a:solidFill>
                  <a:schemeClr val="accent1"/>
                </a:solidFill>
              </a:rPr>
              <a:t> (</a:t>
            </a:r>
            <a:r>
              <a:rPr lang="pt-BR" sz="2000" b="1" dirty="0">
                <a:solidFill>
                  <a:schemeClr val="accent1"/>
                </a:solidFill>
              </a:rPr>
              <a:t>Deployment</a:t>
            </a:r>
            <a:r>
              <a:rPr lang="pt-BR" sz="2000" dirty="0">
                <a:solidFill>
                  <a:schemeClr val="accent1"/>
                </a:solidFill>
              </a:rPr>
              <a:t>): representa os nós físicos (servidores, dispositivos, nuvem) e como os componentes de software são distribuídos e se comunicam</a:t>
            </a:r>
          </a:p>
          <a:p>
            <a:pPr marL="538163" indent="-342900">
              <a:buFont typeface="Wingdings" panose="05000000000000000000" pitchFamily="2" charset="2"/>
              <a:buChar char="§"/>
              <a:tabLst>
                <a:tab pos="538163" algn="l"/>
              </a:tabLst>
            </a:pPr>
            <a:r>
              <a:rPr lang="pt-BR" sz="2000" b="1" dirty="0">
                <a:solidFill>
                  <a:schemeClr val="accent1"/>
                </a:solidFill>
              </a:rPr>
              <a:t>Cenários</a:t>
            </a:r>
            <a:r>
              <a:rPr lang="pt-BR" sz="2000" dirty="0">
                <a:solidFill>
                  <a:schemeClr val="accent1"/>
                </a:solidFill>
              </a:rPr>
              <a:t> (o "</a:t>
            </a:r>
            <a:r>
              <a:rPr lang="pt-BR" sz="2000" b="1" dirty="0">
                <a:solidFill>
                  <a:schemeClr val="accent1"/>
                </a:solidFill>
              </a:rPr>
              <a:t>+1</a:t>
            </a:r>
            <a:r>
              <a:rPr lang="pt-BR" sz="2000" dirty="0">
                <a:solidFill>
                  <a:schemeClr val="accent1"/>
                </a:solidFill>
              </a:rPr>
              <a:t>"): serve para validar a arquitetura e guiar o design de todas as demais visões</a:t>
            </a:r>
          </a:p>
          <a:p>
            <a:pPr marL="803275" indent="-342900">
              <a:buFont typeface="Wingdings" panose="05000000000000000000" pitchFamily="2" charset="2"/>
              <a:buChar char="§"/>
              <a:tabLst>
                <a:tab pos="538163" algn="l"/>
              </a:tabLst>
            </a:pPr>
            <a:r>
              <a:rPr lang="pt-BR" sz="2000" b="1" dirty="0">
                <a:solidFill>
                  <a:schemeClr val="accent1"/>
                </a:solidFill>
              </a:rPr>
              <a:t>de Casos de Uso</a:t>
            </a:r>
            <a:r>
              <a:rPr lang="pt-BR" sz="2000" dirty="0">
                <a:solidFill>
                  <a:schemeClr val="accent1"/>
                </a:solidFill>
              </a:rPr>
              <a:t>: identifica os atores do sistema e suas interações com as funcionalidades principais</a:t>
            </a:r>
          </a:p>
        </p:txBody>
      </p:sp>
      <p:pic>
        <p:nvPicPr>
          <p:cNvPr id="5" name="Imagem 4">
            <a:extLst>
              <a:ext uri="{FF2B5EF4-FFF2-40B4-BE49-F238E27FC236}">
                <a16:creationId xmlns:a16="http://schemas.microsoft.com/office/drawing/2014/main" id="{AB17A0F5-8192-C98E-43EC-0AAFC9496593}"/>
              </a:ext>
            </a:extLst>
          </p:cNvPr>
          <p:cNvPicPr>
            <a:picLocks noChangeAspect="1"/>
          </p:cNvPicPr>
          <p:nvPr/>
        </p:nvPicPr>
        <p:blipFill>
          <a:blip r:embed="rId2"/>
          <a:stretch>
            <a:fillRect/>
          </a:stretch>
        </p:blipFill>
        <p:spPr>
          <a:xfrm rot="5400000">
            <a:off x="-1626046" y="2974545"/>
            <a:ext cx="4316818" cy="937971"/>
          </a:xfrm>
          <a:prstGeom prst="rect">
            <a:avLst/>
          </a:prstGeom>
        </p:spPr>
      </p:pic>
      <p:pic>
        <p:nvPicPr>
          <p:cNvPr id="6" name="Imagem 5">
            <a:extLst>
              <a:ext uri="{FF2B5EF4-FFF2-40B4-BE49-F238E27FC236}">
                <a16:creationId xmlns:a16="http://schemas.microsoft.com/office/drawing/2014/main" id="{7DA33AE6-FD2F-C525-49F8-FBA3B217E680}"/>
              </a:ext>
            </a:extLst>
          </p:cNvPr>
          <p:cNvPicPr>
            <a:picLocks noChangeAspect="1"/>
          </p:cNvPicPr>
          <p:nvPr/>
        </p:nvPicPr>
        <p:blipFill>
          <a:blip r:embed="rId3"/>
          <a:stretch>
            <a:fillRect/>
          </a:stretch>
        </p:blipFill>
        <p:spPr>
          <a:xfrm>
            <a:off x="11288257" y="149000"/>
            <a:ext cx="816200" cy="816200"/>
          </a:xfrm>
          <a:prstGeom prst="rect">
            <a:avLst/>
          </a:prstGeom>
        </p:spPr>
      </p:pic>
    </p:spTree>
    <p:extLst>
      <p:ext uri="{BB962C8B-B14F-4D97-AF65-F5344CB8AC3E}">
        <p14:creationId xmlns:p14="http://schemas.microsoft.com/office/powerpoint/2010/main" val="4223709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81F56-4F37-84B7-59E6-A9BB0E48C655}"/>
            </a:ext>
          </a:extLst>
        </p:cNvPr>
        <p:cNvGrpSpPr/>
        <p:nvPr/>
      </p:nvGrpSpPr>
      <p:grpSpPr>
        <a:xfrm>
          <a:off x="0" y="0"/>
          <a:ext cx="0" cy="0"/>
          <a:chOff x="0" y="0"/>
          <a:chExt cx="0" cy="0"/>
        </a:xfrm>
      </p:grpSpPr>
      <p:pic>
        <p:nvPicPr>
          <p:cNvPr id="9" name="Imagem 8" descr="Padrões arquiteturais: arquitetura de software descomplicada ...">
            <a:extLst>
              <a:ext uri="{FF2B5EF4-FFF2-40B4-BE49-F238E27FC236}">
                <a16:creationId xmlns:a16="http://schemas.microsoft.com/office/drawing/2014/main" id="{7A44A302-6427-6214-B8B3-17E13936C091}"/>
              </a:ext>
            </a:extLst>
          </p:cNvPr>
          <p:cNvPicPr>
            <a:picLocks noChangeAspect="1"/>
          </p:cNvPicPr>
          <p:nvPr/>
        </p:nvPicPr>
        <p:blipFill>
          <a:blip r:embed="rId2">
            <a:alphaModFix amt="15000"/>
          </a:blip>
          <a:stretch>
            <a:fillRect/>
          </a:stretch>
        </p:blipFill>
        <p:spPr>
          <a:xfrm>
            <a:off x="0" y="0"/>
            <a:ext cx="12192000" cy="6858000"/>
          </a:xfrm>
          <a:prstGeom prst="rect">
            <a:avLst/>
          </a:prstGeom>
        </p:spPr>
      </p:pic>
      <p:pic>
        <p:nvPicPr>
          <p:cNvPr id="12" name="Imagem 11">
            <a:extLst>
              <a:ext uri="{FF2B5EF4-FFF2-40B4-BE49-F238E27FC236}">
                <a16:creationId xmlns:a16="http://schemas.microsoft.com/office/drawing/2014/main" id="{D7F1181B-FE74-E176-DB98-8822E4E6961B}"/>
              </a:ext>
            </a:extLst>
          </p:cNvPr>
          <p:cNvPicPr>
            <a:picLocks noChangeAspect="1"/>
          </p:cNvPicPr>
          <p:nvPr/>
        </p:nvPicPr>
        <p:blipFill>
          <a:blip r:embed="rId3"/>
          <a:stretch>
            <a:fillRect/>
          </a:stretch>
        </p:blipFill>
        <p:spPr>
          <a:xfrm>
            <a:off x="6473453" y="1564640"/>
            <a:ext cx="5710375" cy="3718560"/>
          </a:xfrm>
          <a:prstGeom prst="rect">
            <a:avLst/>
          </a:prstGeom>
        </p:spPr>
      </p:pic>
      <p:sp>
        <p:nvSpPr>
          <p:cNvPr id="3" name="CaixaDeTexto 2">
            <a:extLst>
              <a:ext uri="{FF2B5EF4-FFF2-40B4-BE49-F238E27FC236}">
                <a16:creationId xmlns:a16="http://schemas.microsoft.com/office/drawing/2014/main" id="{5829B77C-47ED-D5E6-5A01-B9847234D1FB}"/>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Arquitetura de Software: Padrões</a:t>
            </a:r>
          </a:p>
        </p:txBody>
      </p:sp>
      <p:sp>
        <p:nvSpPr>
          <p:cNvPr id="7" name="CaixaDeTexto 6">
            <a:extLst>
              <a:ext uri="{FF2B5EF4-FFF2-40B4-BE49-F238E27FC236}">
                <a16:creationId xmlns:a16="http://schemas.microsoft.com/office/drawing/2014/main" id="{9B0FDEF2-5E04-8B4D-8071-E251C8E04AB9}"/>
              </a:ext>
            </a:extLst>
          </p:cNvPr>
          <p:cNvSpPr txBox="1"/>
          <p:nvPr/>
        </p:nvSpPr>
        <p:spPr>
          <a:xfrm>
            <a:off x="558800" y="995680"/>
            <a:ext cx="6335776" cy="4524315"/>
          </a:xfrm>
          <a:prstGeom prst="rect">
            <a:avLst/>
          </a:prstGeom>
          <a:noFill/>
        </p:spPr>
        <p:txBody>
          <a:bodyPr wrap="square" rtlCol="0">
            <a:spAutoFit/>
          </a:bodyPr>
          <a:lstStyle/>
          <a:p>
            <a:pPr marL="342900" indent="-342900">
              <a:buClr>
                <a:schemeClr val="accent1"/>
              </a:buClr>
              <a:buFont typeface="Wingdings" panose="05000000000000000000" pitchFamily="2" charset="2"/>
              <a:buChar char="§"/>
            </a:pPr>
            <a:r>
              <a:rPr lang="pt-BR" sz="2400" dirty="0">
                <a:solidFill>
                  <a:schemeClr val="accent1"/>
                </a:solidFill>
              </a:rPr>
              <a:t>padrões arquiteturais são soluções recorrentes e consolidadas para problemas estruturais comuns na arquitetura de sistemas de software</a:t>
            </a:r>
          </a:p>
          <a:p>
            <a:pPr marL="342900" indent="-342900">
              <a:buClr>
                <a:schemeClr val="accent1"/>
              </a:buClr>
              <a:buFont typeface="Wingdings" panose="05000000000000000000" pitchFamily="2" charset="2"/>
              <a:buChar char="§"/>
            </a:pPr>
            <a:r>
              <a:rPr lang="pt-BR" sz="2400" dirty="0">
                <a:solidFill>
                  <a:schemeClr val="accent1"/>
                </a:solidFill>
              </a:rPr>
              <a:t>descrevem organizações típicas de componentes, seus papéis e suas formas de interação, sem impor tecnologias específicas</a:t>
            </a:r>
          </a:p>
          <a:p>
            <a:pPr marL="342900" indent="-342900">
              <a:buClr>
                <a:schemeClr val="accent1"/>
              </a:buClr>
              <a:buFont typeface="Wingdings" panose="05000000000000000000" pitchFamily="2" charset="2"/>
              <a:buChar char="§"/>
            </a:pPr>
            <a:r>
              <a:rPr lang="pt-BR" sz="2400" dirty="0">
                <a:solidFill>
                  <a:schemeClr val="accent1"/>
                </a:solidFill>
              </a:rPr>
              <a:t>seu uso, por si só, não garante qualidade, mas fornece um referencial que auxilia na tomada de decisões consistentes e alinhadas a objetivos de qualidade</a:t>
            </a:r>
          </a:p>
        </p:txBody>
      </p:sp>
      <p:pic>
        <p:nvPicPr>
          <p:cNvPr id="5" name="Imagem 4">
            <a:extLst>
              <a:ext uri="{FF2B5EF4-FFF2-40B4-BE49-F238E27FC236}">
                <a16:creationId xmlns:a16="http://schemas.microsoft.com/office/drawing/2014/main" id="{55015D17-42AC-C857-981B-1EDB85FB5047}"/>
              </a:ext>
            </a:extLst>
          </p:cNvPr>
          <p:cNvPicPr>
            <a:picLocks noChangeAspect="1"/>
          </p:cNvPicPr>
          <p:nvPr/>
        </p:nvPicPr>
        <p:blipFill>
          <a:blip r:embed="rId4"/>
          <a:stretch>
            <a:fillRect/>
          </a:stretch>
        </p:blipFill>
        <p:spPr>
          <a:xfrm>
            <a:off x="11288257" y="149000"/>
            <a:ext cx="816200" cy="816200"/>
          </a:xfrm>
          <a:prstGeom prst="rect">
            <a:avLst/>
          </a:prstGeom>
        </p:spPr>
      </p:pic>
    </p:spTree>
    <p:extLst>
      <p:ext uri="{BB962C8B-B14F-4D97-AF65-F5344CB8AC3E}">
        <p14:creationId xmlns:p14="http://schemas.microsoft.com/office/powerpoint/2010/main" val="4014391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87C15-5B16-0FC7-0B54-A6A157757AA6}"/>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AE94601-288C-5594-751F-3D48D9E6BE4F}"/>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3F3D02F8-9971-D557-331D-552144BB8A33}"/>
              </a:ext>
            </a:extLst>
          </p:cNvPr>
          <p:cNvSpPr txBox="1"/>
          <p:nvPr/>
        </p:nvSpPr>
        <p:spPr>
          <a:xfrm>
            <a:off x="340361" y="995680"/>
            <a:ext cx="7906264" cy="2677656"/>
          </a:xfrm>
          <a:prstGeom prst="rect">
            <a:avLst/>
          </a:prstGeom>
          <a:noFill/>
        </p:spPr>
        <p:txBody>
          <a:bodyPr wrap="square" rtlCol="0">
            <a:spAutoFit/>
          </a:bodyPr>
          <a:lstStyle/>
          <a:p>
            <a:pPr marL="536575" indent="-536575">
              <a:buClr>
                <a:schemeClr val="accent1"/>
              </a:buClr>
              <a:buFont typeface="+mj-lt"/>
              <a:buAutoNum type="arabicPeriod"/>
            </a:pPr>
            <a:r>
              <a:rPr lang="pt-BR" sz="2400" b="1" dirty="0">
                <a:solidFill>
                  <a:schemeClr val="accent1"/>
                </a:solidFill>
              </a:rPr>
              <a:t>Microsserviços</a:t>
            </a:r>
          </a:p>
          <a:p>
            <a:pPr indent="355600">
              <a:buClr>
                <a:schemeClr val="accent1"/>
              </a:buClr>
            </a:pPr>
            <a:r>
              <a:rPr lang="pt-BR" sz="2400" dirty="0">
                <a:solidFill>
                  <a:schemeClr val="accent1"/>
                </a:solidFill>
              </a:rPr>
              <a:t>Utilizada principalmente para software de alto desempenho e escalável. É uma abordagem de design na qual uma aplicação de grande porte é construída como um conjunto de serviços pequenos e implantáveis ​​de forma independente. Nesse modelo, cada serviço executa seu próprio processo e comunica-se por meio de </a:t>
            </a:r>
            <a:r>
              <a:rPr lang="pt-BR" sz="2400" dirty="0" err="1">
                <a:solidFill>
                  <a:schemeClr val="accent1"/>
                </a:solidFill>
              </a:rPr>
              <a:t>API’s</a:t>
            </a:r>
            <a:r>
              <a:rPr lang="pt-BR" sz="2400" dirty="0">
                <a:solidFill>
                  <a:schemeClr val="accent1"/>
                </a:solidFill>
              </a:rPr>
              <a:t>.</a:t>
            </a:r>
          </a:p>
        </p:txBody>
      </p:sp>
      <p:pic>
        <p:nvPicPr>
          <p:cNvPr id="6" name="Imagem 5">
            <a:extLst>
              <a:ext uri="{FF2B5EF4-FFF2-40B4-BE49-F238E27FC236}">
                <a16:creationId xmlns:a16="http://schemas.microsoft.com/office/drawing/2014/main" id="{CAD15BAB-E156-28F3-57C9-C482A2452C7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6625" y="1249680"/>
            <a:ext cx="3605015" cy="2183130"/>
          </a:xfrm>
          <a:prstGeom prst="rect">
            <a:avLst/>
          </a:prstGeom>
          <a:noFill/>
          <a:ln>
            <a:noFill/>
          </a:ln>
        </p:spPr>
      </p:pic>
      <p:sp>
        <p:nvSpPr>
          <p:cNvPr id="10" name="CaixaDeTexto 9">
            <a:extLst>
              <a:ext uri="{FF2B5EF4-FFF2-40B4-BE49-F238E27FC236}">
                <a16:creationId xmlns:a16="http://schemas.microsoft.com/office/drawing/2014/main" id="{05E2741B-4C14-16CB-A2F6-B2A308991E36}"/>
              </a:ext>
            </a:extLst>
          </p:cNvPr>
          <p:cNvSpPr txBox="1"/>
          <p:nvPr/>
        </p:nvSpPr>
        <p:spPr>
          <a:xfrm>
            <a:off x="345439" y="3627120"/>
            <a:ext cx="11506200" cy="1569660"/>
          </a:xfrm>
          <a:prstGeom prst="rect">
            <a:avLst/>
          </a:prstGeom>
          <a:noFill/>
        </p:spPr>
        <p:txBody>
          <a:bodyPr wrap="square" rtlCol="0">
            <a:spAutoFit/>
          </a:bodyPr>
          <a:lstStyle/>
          <a:p>
            <a:pPr indent="355600">
              <a:buClr>
                <a:schemeClr val="accent1"/>
              </a:buClr>
            </a:pPr>
            <a:r>
              <a:rPr lang="pt-BR" sz="2400" dirty="0">
                <a:solidFill>
                  <a:schemeClr val="accent1"/>
                </a:solidFill>
              </a:rPr>
              <a:t>Ao mencionar processos, referimo-nos a funcionalidades como gestão de usuários, processamento de pagamentos ou atendimento de pedidos.</a:t>
            </a:r>
          </a:p>
          <a:p>
            <a:pPr indent="355600">
              <a:buClr>
                <a:schemeClr val="accent1"/>
              </a:buClr>
            </a:pPr>
            <a:r>
              <a:rPr lang="pt-BR" sz="2400" dirty="0">
                <a:solidFill>
                  <a:schemeClr val="accent1"/>
                </a:solidFill>
              </a:rPr>
              <a:t>Por isso, os microsserviços tornam-se a escolha número um para startups que estão escalando para o nível corporativo.</a:t>
            </a:r>
          </a:p>
        </p:txBody>
      </p:sp>
      <p:pic>
        <p:nvPicPr>
          <p:cNvPr id="13" name="Imagem 12">
            <a:extLst>
              <a:ext uri="{FF2B5EF4-FFF2-40B4-BE49-F238E27FC236}">
                <a16:creationId xmlns:a16="http://schemas.microsoft.com/office/drawing/2014/main" id="{87BEFE72-369B-C73E-D80D-424E505A8F8E}"/>
              </a:ext>
            </a:extLst>
          </p:cNvPr>
          <p:cNvPicPr>
            <a:picLocks noChangeAspect="1"/>
          </p:cNvPicPr>
          <p:nvPr/>
        </p:nvPicPr>
        <p:blipFill>
          <a:blip r:embed="rId3"/>
          <a:stretch>
            <a:fillRect/>
          </a:stretch>
        </p:blipFill>
        <p:spPr>
          <a:xfrm>
            <a:off x="11140439" y="45536"/>
            <a:ext cx="1008213" cy="1003771"/>
          </a:xfrm>
          <a:prstGeom prst="rect">
            <a:avLst/>
          </a:prstGeom>
        </p:spPr>
      </p:pic>
    </p:spTree>
    <p:extLst>
      <p:ext uri="{BB962C8B-B14F-4D97-AF65-F5344CB8AC3E}">
        <p14:creationId xmlns:p14="http://schemas.microsoft.com/office/powerpoint/2010/main" val="3281518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36F7F-172B-1938-34B4-EDA94E2902E9}"/>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A907BDBE-C3C8-D424-ED82-7C84D4FBB037}"/>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3EAD2912-2C01-1399-0E7E-A7EDD32A1350}"/>
              </a:ext>
            </a:extLst>
          </p:cNvPr>
          <p:cNvSpPr txBox="1"/>
          <p:nvPr/>
        </p:nvSpPr>
        <p:spPr>
          <a:xfrm>
            <a:off x="340360" y="995680"/>
            <a:ext cx="11506199" cy="4462760"/>
          </a:xfrm>
          <a:prstGeom prst="rect">
            <a:avLst/>
          </a:prstGeom>
          <a:noFill/>
        </p:spPr>
        <p:txBody>
          <a:bodyPr wrap="square" rtlCol="0">
            <a:spAutoFit/>
          </a:bodyPr>
          <a:lstStyle/>
          <a:p>
            <a:pPr marL="536575" indent="-536575">
              <a:buClr>
                <a:schemeClr val="accent1"/>
              </a:buClr>
              <a:buFont typeface="+mj-lt"/>
              <a:buAutoNum type="arabicPeriod"/>
            </a:pPr>
            <a:r>
              <a:rPr lang="pt-BR" sz="2400" b="1" dirty="0">
                <a:solidFill>
                  <a:schemeClr val="accent1"/>
                </a:solidFill>
              </a:rPr>
              <a:t>Microsserviços</a:t>
            </a:r>
            <a:r>
              <a:rPr lang="pt-BR" b="1" dirty="0">
                <a:solidFill>
                  <a:schemeClr val="accent1"/>
                </a:solidFill>
              </a:rPr>
              <a:t> (cont.)</a:t>
            </a:r>
          </a:p>
          <a:p>
            <a:pPr indent="355600">
              <a:buClr>
                <a:schemeClr val="accent1"/>
              </a:buClr>
            </a:pPr>
            <a:r>
              <a:rPr lang="pt-BR" sz="2400" dirty="0">
                <a:solidFill>
                  <a:schemeClr val="accent1"/>
                </a:solidFill>
              </a:rPr>
              <a:t>Quando utilizar microsserviços (</a:t>
            </a:r>
            <a:r>
              <a:rPr lang="pt-BR" sz="2400" b="1" dirty="0" err="1">
                <a:solidFill>
                  <a:schemeClr val="accent1"/>
                </a:solidFill>
              </a:rPr>
              <a:t>Do’s</a:t>
            </a:r>
            <a:r>
              <a:rPr lang="pt-BR" sz="2400" dirty="0">
                <a:solidFill>
                  <a:schemeClr val="accent1"/>
                </a:solidFill>
              </a:rPr>
              <a:t>)?</a:t>
            </a:r>
          </a:p>
          <a:p>
            <a:pPr marL="803275" indent="-342900">
              <a:buClr>
                <a:schemeClr val="accent1"/>
              </a:buClr>
              <a:buFont typeface="Wingdings" panose="05000000000000000000" pitchFamily="2" charset="2"/>
              <a:buChar char="§"/>
            </a:pPr>
            <a:r>
              <a:rPr lang="pt-BR" sz="2000" dirty="0">
                <a:solidFill>
                  <a:schemeClr val="accent1"/>
                </a:solidFill>
              </a:rPr>
              <a:t>ao criar sistemas complexos e em evolução (ex.: plataformas SaaS, software corporativo)</a:t>
            </a:r>
          </a:p>
          <a:p>
            <a:pPr marL="803275" indent="-342900">
              <a:buClr>
                <a:schemeClr val="accent1"/>
              </a:buClr>
              <a:buFont typeface="Wingdings" panose="05000000000000000000" pitchFamily="2" charset="2"/>
              <a:buChar char="§"/>
            </a:pPr>
            <a:r>
              <a:rPr lang="pt-BR" sz="2000" dirty="0">
                <a:solidFill>
                  <a:schemeClr val="accent1"/>
                </a:solidFill>
              </a:rPr>
              <a:t>quando as equipes precisam realizar </a:t>
            </a:r>
            <a:r>
              <a:rPr lang="pt-BR" sz="2000" dirty="0" err="1">
                <a:solidFill>
                  <a:schemeClr val="accent1"/>
                </a:solidFill>
              </a:rPr>
              <a:t>deploys</a:t>
            </a:r>
            <a:r>
              <a:rPr lang="pt-BR" sz="2000" dirty="0">
                <a:solidFill>
                  <a:schemeClr val="accent1"/>
                </a:solidFill>
              </a:rPr>
              <a:t> independentes (ex.: pipelines de CI/CD)</a:t>
            </a:r>
          </a:p>
          <a:p>
            <a:pPr marL="803275" indent="-342900">
              <a:buClr>
                <a:schemeClr val="accent1"/>
              </a:buClr>
              <a:buFont typeface="Wingdings" panose="05000000000000000000" pitchFamily="2" charset="2"/>
              <a:buChar char="§"/>
            </a:pPr>
            <a:r>
              <a:rPr lang="pt-BR" sz="2000" dirty="0">
                <a:solidFill>
                  <a:schemeClr val="accent1"/>
                </a:solidFill>
              </a:rPr>
              <a:t>quando há necessidade de pilhas tecnológicas mistas (ex.: Python para ML + Java para faturamento)</a:t>
            </a:r>
          </a:p>
          <a:p>
            <a:pPr marL="803275" indent="-342900">
              <a:buClr>
                <a:schemeClr val="accent1"/>
              </a:buClr>
              <a:buFont typeface="Wingdings" panose="05000000000000000000" pitchFamily="2" charset="2"/>
              <a:buChar char="§"/>
            </a:pPr>
            <a:r>
              <a:rPr lang="pt-BR" sz="2000" dirty="0">
                <a:solidFill>
                  <a:schemeClr val="accent1"/>
                </a:solidFill>
              </a:rPr>
              <a:t>quando existem demandas de alta escalabilidade (ex.: e-commerce durante a Black Friday)</a:t>
            </a:r>
          </a:p>
          <a:p>
            <a:pPr indent="355600">
              <a:buClr>
                <a:schemeClr val="accent1"/>
              </a:buClr>
            </a:pPr>
            <a:r>
              <a:rPr lang="pt-BR" sz="2400" dirty="0">
                <a:solidFill>
                  <a:schemeClr val="accent1"/>
                </a:solidFill>
              </a:rPr>
              <a:t>Microsserviços são ideais para empresas, soluções SaaS escaláveis ​​e projetos que envolvem múltiplas equipes. Por isso, figuram entre as melhores opções de padrões de arquitetura de software corporativo.</a:t>
            </a:r>
          </a:p>
          <a:p>
            <a:pPr indent="355600">
              <a:buClr>
                <a:schemeClr val="accent1"/>
              </a:buClr>
            </a:pPr>
            <a:r>
              <a:rPr lang="pt-BR" sz="2400" dirty="0">
                <a:solidFill>
                  <a:schemeClr val="accent1"/>
                </a:solidFill>
              </a:rPr>
              <a:t>Evite utilizar microsserviços se (</a:t>
            </a:r>
            <a:r>
              <a:rPr lang="pt-BR" sz="2400" b="1" dirty="0" err="1">
                <a:solidFill>
                  <a:schemeClr val="accent1"/>
                </a:solidFill>
              </a:rPr>
              <a:t>Dont’s</a:t>
            </a:r>
            <a:r>
              <a:rPr lang="pt-BR" sz="2400" dirty="0">
                <a:solidFill>
                  <a:schemeClr val="accent1"/>
                </a:solidFill>
              </a:rPr>
              <a:t>):</a:t>
            </a:r>
          </a:p>
          <a:p>
            <a:pPr marL="803275" indent="-342900">
              <a:buClr>
                <a:schemeClr val="accent1"/>
              </a:buClr>
              <a:buFont typeface="Wingdings" panose="05000000000000000000" pitchFamily="2" charset="2"/>
              <a:buChar char="§"/>
            </a:pPr>
            <a:r>
              <a:rPr lang="pt-BR" sz="2000" dirty="0">
                <a:solidFill>
                  <a:schemeClr val="accent1"/>
                </a:solidFill>
              </a:rPr>
              <a:t>equipe pequena (&lt; 5 desenvolvedores) ou o projeto for simples (</a:t>
            </a:r>
            <a:r>
              <a:rPr lang="pt-BR" sz="2000" b="1" dirty="0">
                <a:solidFill>
                  <a:schemeClr val="accent1"/>
                </a:solidFill>
              </a:rPr>
              <a:t>MVP</a:t>
            </a:r>
            <a:r>
              <a:rPr lang="pt-BR" sz="2000" dirty="0">
                <a:solidFill>
                  <a:schemeClr val="accent1"/>
                </a:solidFill>
              </a:rPr>
              <a:t>)</a:t>
            </a:r>
          </a:p>
          <a:p>
            <a:pPr marL="803275" indent="-342900">
              <a:buClr>
                <a:schemeClr val="accent1"/>
              </a:buClr>
              <a:buFont typeface="Wingdings" panose="05000000000000000000" pitchFamily="2" charset="2"/>
              <a:buChar char="§"/>
            </a:pPr>
            <a:r>
              <a:rPr lang="pt-BR" sz="2000" dirty="0">
                <a:solidFill>
                  <a:schemeClr val="accent1"/>
                </a:solidFill>
              </a:rPr>
              <a:t>não houver expertise em </a:t>
            </a:r>
            <a:r>
              <a:rPr lang="pt-BR" sz="2000" dirty="0" err="1">
                <a:solidFill>
                  <a:schemeClr val="accent1"/>
                </a:solidFill>
              </a:rPr>
              <a:t>DevOps</a:t>
            </a:r>
            <a:r>
              <a:rPr lang="pt-BR" sz="2000" dirty="0">
                <a:solidFill>
                  <a:schemeClr val="accent1"/>
                </a:solidFill>
              </a:rPr>
              <a:t> na equipe (exige conhecimentos em </a:t>
            </a:r>
            <a:r>
              <a:rPr lang="pt-BR" sz="2000" dirty="0" err="1">
                <a:solidFill>
                  <a:schemeClr val="accent1"/>
                </a:solidFill>
              </a:rPr>
              <a:t>Kubernetes</a:t>
            </a:r>
            <a:r>
              <a:rPr lang="pt-BR" sz="2000" dirty="0">
                <a:solidFill>
                  <a:schemeClr val="accent1"/>
                </a:solidFill>
              </a:rPr>
              <a:t> e Docker)</a:t>
            </a:r>
          </a:p>
        </p:txBody>
      </p:sp>
      <p:pic>
        <p:nvPicPr>
          <p:cNvPr id="5" name="Imagem 4">
            <a:extLst>
              <a:ext uri="{FF2B5EF4-FFF2-40B4-BE49-F238E27FC236}">
                <a16:creationId xmlns:a16="http://schemas.microsoft.com/office/drawing/2014/main" id="{309DF9A4-6057-9EC5-4C20-5C3580E0E4F7}"/>
              </a:ext>
            </a:extLst>
          </p:cNvPr>
          <p:cNvPicPr>
            <a:picLocks noChangeAspect="1"/>
          </p:cNvPicPr>
          <p:nvPr/>
        </p:nvPicPr>
        <p:blipFill>
          <a:blip r:embed="rId2"/>
          <a:stretch>
            <a:fillRect/>
          </a:stretch>
        </p:blipFill>
        <p:spPr>
          <a:xfrm>
            <a:off x="11140439" y="45536"/>
            <a:ext cx="1008213" cy="1003771"/>
          </a:xfrm>
          <a:prstGeom prst="rect">
            <a:avLst/>
          </a:prstGeom>
        </p:spPr>
      </p:pic>
    </p:spTree>
    <p:extLst>
      <p:ext uri="{BB962C8B-B14F-4D97-AF65-F5344CB8AC3E}">
        <p14:creationId xmlns:p14="http://schemas.microsoft.com/office/powerpoint/2010/main" val="3691375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EFBD2-8011-7184-1A66-EA27DC256B7D}"/>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19F25A5B-CB30-4081-080E-A5980049A7BF}"/>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AB6A8B44-E5F2-6FF0-C01C-8191C6822946}"/>
              </a:ext>
            </a:extLst>
          </p:cNvPr>
          <p:cNvSpPr txBox="1"/>
          <p:nvPr/>
        </p:nvSpPr>
        <p:spPr>
          <a:xfrm>
            <a:off x="340360" y="995680"/>
            <a:ext cx="11506199" cy="4893647"/>
          </a:xfrm>
          <a:prstGeom prst="rect">
            <a:avLst/>
          </a:prstGeom>
          <a:noFill/>
        </p:spPr>
        <p:txBody>
          <a:bodyPr wrap="square" rtlCol="0">
            <a:spAutoFit/>
          </a:bodyPr>
          <a:lstStyle/>
          <a:p>
            <a:pPr marL="536575" indent="-536575">
              <a:buClr>
                <a:schemeClr val="accent1"/>
              </a:buClr>
              <a:buFont typeface="+mj-lt"/>
              <a:buAutoNum type="arabicPeriod"/>
            </a:pPr>
            <a:r>
              <a:rPr lang="pt-BR" sz="2400" b="1" dirty="0">
                <a:solidFill>
                  <a:schemeClr val="accent1"/>
                </a:solidFill>
              </a:rPr>
              <a:t>Microsserviços</a:t>
            </a:r>
            <a:r>
              <a:rPr lang="pt-BR" b="1" dirty="0">
                <a:solidFill>
                  <a:schemeClr val="accent1"/>
                </a:solidFill>
              </a:rPr>
              <a:t> (cont.)</a:t>
            </a: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3275" indent="-342900">
              <a:buClr>
                <a:schemeClr val="accent1"/>
              </a:buClr>
              <a:buFont typeface="Wingdings" panose="05000000000000000000" pitchFamily="2" charset="2"/>
              <a:buChar char="§"/>
            </a:pPr>
            <a:r>
              <a:rPr lang="pt-BR" sz="2000" dirty="0">
                <a:solidFill>
                  <a:schemeClr val="accent1"/>
                </a:solidFill>
              </a:rPr>
              <a:t>escalabilidade independente – possível escalar apenas o serviço de "checkout" durante picos da operação, e não o aplicativo inteiro</a:t>
            </a:r>
          </a:p>
          <a:p>
            <a:pPr marL="803275" indent="-342900">
              <a:buClr>
                <a:schemeClr val="accent1"/>
              </a:buClr>
              <a:buFont typeface="Wingdings" panose="05000000000000000000" pitchFamily="2" charset="2"/>
              <a:buChar char="§"/>
            </a:pPr>
            <a:r>
              <a:rPr lang="pt-BR" sz="2000" dirty="0">
                <a:solidFill>
                  <a:schemeClr val="accent1"/>
                </a:solidFill>
              </a:rPr>
              <a:t>implantações mais rápidas – possível atualizar um serviço específico sem reimplantar tudo</a:t>
            </a:r>
          </a:p>
          <a:p>
            <a:pPr marL="803275" indent="-342900">
              <a:buClr>
                <a:schemeClr val="accent1"/>
              </a:buClr>
              <a:buFont typeface="Wingdings" panose="05000000000000000000" pitchFamily="2" charset="2"/>
              <a:buChar char="§"/>
            </a:pPr>
            <a:r>
              <a:rPr lang="pt-BR" sz="2000" dirty="0">
                <a:solidFill>
                  <a:schemeClr val="accent1"/>
                </a:solidFill>
              </a:rPr>
              <a:t>flexibilidade tecnológica – permite usar Node.js para chat em tempo real e Python para tarefas que exigem alto desempenho.</a:t>
            </a:r>
          </a:p>
          <a:p>
            <a:pPr marL="803275" indent="-342900">
              <a:buClr>
                <a:schemeClr val="accent1"/>
              </a:buClr>
              <a:buFont typeface="Wingdings" panose="05000000000000000000" pitchFamily="2" charset="2"/>
              <a:buChar char="§"/>
            </a:pPr>
            <a:r>
              <a:rPr lang="pt-BR" sz="2000" dirty="0">
                <a:solidFill>
                  <a:schemeClr val="accent1"/>
                </a:solidFill>
              </a:rPr>
              <a:t>isolamento de falhas – se um serviço específico falhar, aplicativo segue funcionando</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3275" indent="-342900">
              <a:buClr>
                <a:schemeClr val="accent1"/>
              </a:buClr>
              <a:buFont typeface="Wingdings" panose="05000000000000000000" pitchFamily="2" charset="2"/>
              <a:buChar char="§"/>
            </a:pPr>
            <a:r>
              <a:rPr lang="pt-BR" sz="2000" dirty="0">
                <a:solidFill>
                  <a:schemeClr val="accent1"/>
                </a:solidFill>
              </a:rPr>
              <a:t>depuração complexa – rastreamento de erros complexo (exige rastreamento distribuído)</a:t>
            </a:r>
          </a:p>
          <a:p>
            <a:pPr marL="803275" indent="-342900">
              <a:buClr>
                <a:schemeClr val="accent1"/>
              </a:buClr>
              <a:buFont typeface="Wingdings" panose="05000000000000000000" pitchFamily="2" charset="2"/>
              <a:buChar char="§"/>
            </a:pPr>
            <a:r>
              <a:rPr lang="pt-BR" sz="2000" dirty="0">
                <a:solidFill>
                  <a:schemeClr val="accent1"/>
                </a:solidFill>
              </a:rPr>
              <a:t>projetos costumam ser caros, exigem </a:t>
            </a:r>
            <a:r>
              <a:rPr lang="pt-BR" sz="2000" dirty="0" err="1">
                <a:solidFill>
                  <a:schemeClr val="accent1"/>
                </a:solidFill>
              </a:rPr>
              <a:t>Kubernetes</a:t>
            </a:r>
            <a:r>
              <a:rPr lang="pt-BR" sz="2000" dirty="0">
                <a:solidFill>
                  <a:schemeClr val="accent1"/>
                </a:solidFill>
              </a:rPr>
              <a:t>, gateways de API e mais recursos de nuvem</a:t>
            </a:r>
          </a:p>
          <a:p>
            <a:pPr marL="803275" indent="-342900">
              <a:buClr>
                <a:schemeClr val="accent1"/>
              </a:buClr>
              <a:buFont typeface="Wingdings" panose="05000000000000000000" pitchFamily="2" charset="2"/>
              <a:buChar char="§"/>
            </a:pPr>
            <a:r>
              <a:rPr lang="pt-BR" sz="2000" dirty="0">
                <a:solidFill>
                  <a:schemeClr val="accent1"/>
                </a:solidFill>
              </a:rPr>
              <a:t>consistência de dados pode ser um problema – resultado de serviços podem aparecer temporariamente como "pendentes" devido à consistência</a:t>
            </a:r>
          </a:p>
          <a:p>
            <a:pPr marL="803275" indent="-342900">
              <a:buClr>
                <a:schemeClr val="accent1"/>
              </a:buClr>
              <a:buFont typeface="Wingdings" panose="05000000000000000000" pitchFamily="2" charset="2"/>
              <a:buChar char="§"/>
            </a:pPr>
            <a:r>
              <a:rPr lang="pt-BR" sz="2000" dirty="0">
                <a:solidFill>
                  <a:schemeClr val="accent1"/>
                </a:solidFill>
              </a:rPr>
              <a:t>latência de rede pode ser um desafio, fazendo com que as chamadas de API entre serviços adicionem milissegundos de atraso.</a:t>
            </a:r>
          </a:p>
        </p:txBody>
      </p:sp>
      <p:pic>
        <p:nvPicPr>
          <p:cNvPr id="5" name="Imagem 4">
            <a:extLst>
              <a:ext uri="{FF2B5EF4-FFF2-40B4-BE49-F238E27FC236}">
                <a16:creationId xmlns:a16="http://schemas.microsoft.com/office/drawing/2014/main" id="{53E38EFA-DFF8-6284-31DA-0B7F594B3BC4}"/>
              </a:ext>
            </a:extLst>
          </p:cNvPr>
          <p:cNvPicPr>
            <a:picLocks noChangeAspect="1"/>
          </p:cNvPicPr>
          <p:nvPr/>
        </p:nvPicPr>
        <p:blipFill>
          <a:blip r:embed="rId2"/>
          <a:stretch>
            <a:fillRect/>
          </a:stretch>
        </p:blipFill>
        <p:spPr>
          <a:xfrm>
            <a:off x="11140439" y="45536"/>
            <a:ext cx="1008213" cy="1003771"/>
          </a:xfrm>
          <a:prstGeom prst="rect">
            <a:avLst/>
          </a:prstGeom>
        </p:spPr>
      </p:pic>
    </p:spTree>
    <p:extLst>
      <p:ext uri="{BB962C8B-B14F-4D97-AF65-F5344CB8AC3E}">
        <p14:creationId xmlns:p14="http://schemas.microsoft.com/office/powerpoint/2010/main" val="2497084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651A2-FD73-F0F2-0247-FCC7223FC00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F5F2D41D-E4F1-A763-18E9-8204358C9832}"/>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C3B90977-E18E-15FB-9AF6-566A4FA9825B}"/>
              </a:ext>
            </a:extLst>
          </p:cNvPr>
          <p:cNvSpPr txBox="1"/>
          <p:nvPr/>
        </p:nvSpPr>
        <p:spPr>
          <a:xfrm>
            <a:off x="340360" y="995680"/>
            <a:ext cx="11506199" cy="2369880"/>
          </a:xfrm>
          <a:prstGeom prst="rect">
            <a:avLst/>
          </a:prstGeom>
          <a:noFill/>
        </p:spPr>
        <p:txBody>
          <a:bodyPr wrap="square" rtlCol="0">
            <a:spAutoFit/>
          </a:bodyPr>
          <a:lstStyle/>
          <a:p>
            <a:pPr marL="536575" indent="-536575">
              <a:buClr>
                <a:schemeClr val="accent1"/>
              </a:buClr>
              <a:buFont typeface="+mj-lt"/>
              <a:buAutoNum type="arabicPeriod"/>
            </a:pPr>
            <a:r>
              <a:rPr lang="pt-BR" sz="2400" b="1" dirty="0">
                <a:solidFill>
                  <a:schemeClr val="accent1"/>
                </a:solidFill>
              </a:rPr>
              <a:t>Microsserviços</a:t>
            </a:r>
            <a:r>
              <a:rPr lang="pt-BR" b="1" dirty="0">
                <a:solidFill>
                  <a:schemeClr val="accent1"/>
                </a:solidFill>
              </a:rPr>
              <a:t> (cont.)</a:t>
            </a:r>
          </a:p>
          <a:p>
            <a:pPr indent="355600">
              <a:buClr>
                <a:schemeClr val="accent1"/>
              </a:buClr>
            </a:pPr>
            <a:r>
              <a:rPr lang="pt-BR" sz="2400" dirty="0">
                <a:solidFill>
                  <a:schemeClr val="accent1"/>
                </a:solidFill>
              </a:rPr>
              <a:t>Exemplos reais de softwares desenvolvidos com </a:t>
            </a:r>
            <a:r>
              <a:rPr lang="pt-BR" sz="2400" b="1" dirty="0">
                <a:solidFill>
                  <a:schemeClr val="accent1"/>
                </a:solidFill>
              </a:rPr>
              <a:t>Microsserviços</a:t>
            </a:r>
            <a:r>
              <a:rPr lang="pt-BR" sz="2400" dirty="0">
                <a:solidFill>
                  <a:schemeClr val="accent1"/>
                </a:solidFill>
              </a:rPr>
              <a:t>:</a:t>
            </a:r>
          </a:p>
          <a:p>
            <a:pPr marL="803275" indent="-342900">
              <a:buClr>
                <a:schemeClr val="accent1"/>
              </a:buClr>
              <a:buFont typeface="Wingdings" panose="05000000000000000000" pitchFamily="2" charset="2"/>
              <a:buChar char="§"/>
            </a:pPr>
            <a:r>
              <a:rPr lang="pt-BR" sz="2000" b="1" dirty="0">
                <a:solidFill>
                  <a:schemeClr val="accent1"/>
                </a:solidFill>
              </a:rPr>
              <a:t>Netflix</a:t>
            </a:r>
            <a:r>
              <a:rPr lang="pt-BR" sz="2000" dirty="0">
                <a:solidFill>
                  <a:schemeClr val="accent1"/>
                </a:solidFill>
              </a:rPr>
              <a:t>: utiliza centenas a milhares de microsserviços para gerenciar a autenticação de usuários, o catálogo de conteúdo, o mecanismo de recomendação, o faturamento e streaming</a:t>
            </a:r>
          </a:p>
          <a:p>
            <a:pPr marL="803275" indent="-342900">
              <a:buClr>
                <a:schemeClr val="accent1"/>
              </a:buClr>
              <a:buFont typeface="Wingdings" panose="05000000000000000000" pitchFamily="2" charset="2"/>
              <a:buChar char="§"/>
            </a:pPr>
            <a:r>
              <a:rPr lang="pt-BR" sz="2000" b="1" dirty="0">
                <a:solidFill>
                  <a:schemeClr val="accent1"/>
                </a:solidFill>
              </a:rPr>
              <a:t>Uber</a:t>
            </a:r>
            <a:r>
              <a:rPr lang="pt-BR" sz="2000" dirty="0">
                <a:solidFill>
                  <a:schemeClr val="accent1"/>
                </a:solidFill>
              </a:rPr>
              <a:t>: separa o pareamento de viagens, os pagamentos e os cálculos de tempo estimado de chegada (</a:t>
            </a:r>
            <a:r>
              <a:rPr lang="pt-BR" sz="2000" b="1" dirty="0">
                <a:solidFill>
                  <a:schemeClr val="accent1"/>
                </a:solidFill>
              </a:rPr>
              <a:t>ETA</a:t>
            </a:r>
            <a:r>
              <a:rPr lang="pt-BR" sz="2000" dirty="0">
                <a:solidFill>
                  <a:schemeClr val="accent1"/>
                </a:solidFill>
              </a:rPr>
              <a:t>) em serviços distintos, utilizando microsserviços</a:t>
            </a:r>
          </a:p>
          <a:p>
            <a:pPr marL="803275" indent="-342900">
              <a:buClr>
                <a:schemeClr val="accent1"/>
              </a:buClr>
              <a:buFont typeface="Wingdings" panose="05000000000000000000" pitchFamily="2" charset="2"/>
              <a:buChar char="§"/>
            </a:pPr>
            <a:r>
              <a:rPr lang="pt-BR" sz="2000" b="1" dirty="0">
                <a:solidFill>
                  <a:schemeClr val="accent1"/>
                </a:solidFill>
              </a:rPr>
              <a:t>Spotify</a:t>
            </a:r>
            <a:r>
              <a:rPr lang="pt-BR" sz="2000" dirty="0">
                <a:solidFill>
                  <a:schemeClr val="accent1"/>
                </a:solidFill>
              </a:rPr>
              <a:t>: utiliza em serviços independentes para perfis de usuário, playlists e análise de dados.</a:t>
            </a:r>
          </a:p>
        </p:txBody>
      </p:sp>
      <p:pic>
        <p:nvPicPr>
          <p:cNvPr id="5" name="Imagem 4">
            <a:extLst>
              <a:ext uri="{FF2B5EF4-FFF2-40B4-BE49-F238E27FC236}">
                <a16:creationId xmlns:a16="http://schemas.microsoft.com/office/drawing/2014/main" id="{A9EDFE17-3790-4ECD-DEF4-B2EA8A82A4DA}"/>
              </a:ext>
            </a:extLst>
          </p:cNvPr>
          <p:cNvPicPr>
            <a:picLocks noChangeAspect="1"/>
          </p:cNvPicPr>
          <p:nvPr/>
        </p:nvPicPr>
        <p:blipFill>
          <a:blip r:embed="rId2"/>
          <a:stretch>
            <a:fillRect/>
          </a:stretch>
        </p:blipFill>
        <p:spPr>
          <a:xfrm>
            <a:off x="11140439" y="45536"/>
            <a:ext cx="1008213" cy="1003771"/>
          </a:xfrm>
          <a:prstGeom prst="rect">
            <a:avLst/>
          </a:prstGeom>
        </p:spPr>
      </p:pic>
    </p:spTree>
    <p:extLst>
      <p:ext uri="{BB962C8B-B14F-4D97-AF65-F5344CB8AC3E}">
        <p14:creationId xmlns:p14="http://schemas.microsoft.com/office/powerpoint/2010/main" val="4208769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911F8-0FB0-F20C-26B9-F7C66C5A7595}"/>
            </a:ext>
          </a:extLst>
        </p:cNvPr>
        <p:cNvGrpSpPr/>
        <p:nvPr/>
      </p:nvGrpSpPr>
      <p:grpSpPr>
        <a:xfrm>
          <a:off x="0" y="0"/>
          <a:ext cx="0" cy="0"/>
          <a:chOff x="0" y="0"/>
          <a:chExt cx="0" cy="0"/>
        </a:xfrm>
      </p:grpSpPr>
      <p:pic>
        <p:nvPicPr>
          <p:cNvPr id="2" name="Imagem 1">
            <a:extLst>
              <a:ext uri="{FF2B5EF4-FFF2-40B4-BE49-F238E27FC236}">
                <a16:creationId xmlns:a16="http://schemas.microsoft.com/office/drawing/2014/main" id="{E005A87A-B028-5451-0FEA-BC8AAF236E7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6625" y="1400271"/>
            <a:ext cx="3824640" cy="1861089"/>
          </a:xfrm>
          <a:prstGeom prst="rect">
            <a:avLst/>
          </a:prstGeom>
          <a:noFill/>
          <a:ln>
            <a:noFill/>
          </a:ln>
        </p:spPr>
      </p:pic>
      <p:sp>
        <p:nvSpPr>
          <p:cNvPr id="3" name="CaixaDeTexto 2">
            <a:extLst>
              <a:ext uri="{FF2B5EF4-FFF2-40B4-BE49-F238E27FC236}">
                <a16:creationId xmlns:a16="http://schemas.microsoft.com/office/drawing/2014/main" id="{7D9BCBC5-3F6D-4617-BD17-B642AD61DB7A}"/>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D94FA7CB-EF02-BCEA-30EF-2F1352EEA534}"/>
              </a:ext>
            </a:extLst>
          </p:cNvPr>
          <p:cNvSpPr txBox="1"/>
          <p:nvPr/>
        </p:nvSpPr>
        <p:spPr>
          <a:xfrm>
            <a:off x="340361" y="995680"/>
            <a:ext cx="7906264" cy="2677656"/>
          </a:xfrm>
          <a:prstGeom prst="rect">
            <a:avLst/>
          </a:prstGeom>
          <a:noFill/>
        </p:spPr>
        <p:txBody>
          <a:bodyPr wrap="square" rtlCol="0">
            <a:spAutoFit/>
          </a:bodyPr>
          <a:lstStyle/>
          <a:p>
            <a:pPr marL="536575" indent="-536575">
              <a:buClr>
                <a:schemeClr val="accent1"/>
              </a:buClr>
              <a:buFont typeface="+mj-lt"/>
              <a:buAutoNum type="arabicPeriod" startAt="2"/>
            </a:pPr>
            <a:r>
              <a:rPr lang="pt-BR" sz="2400" b="1" dirty="0">
                <a:solidFill>
                  <a:schemeClr val="accent1"/>
                </a:solidFill>
              </a:rPr>
              <a:t>Orientada a Eventos</a:t>
            </a:r>
          </a:p>
          <a:p>
            <a:pPr indent="355600">
              <a:buClr>
                <a:schemeClr val="accent1"/>
              </a:buClr>
            </a:pPr>
            <a:r>
              <a:rPr lang="pt-BR" sz="2400" dirty="0">
                <a:solidFill>
                  <a:schemeClr val="accent1"/>
                </a:solidFill>
              </a:rPr>
              <a:t>Um dos principais padrões, onde os componentes se comunicam por meio de eventos assíncronos (como mensagens ou notificações) em vez de solicitações diretas. Nesse modelo, os eventos são, tipicamente, notificações de mudanças de estado ou de ações - como um acionamento por usuário ou por sensor.</a:t>
            </a:r>
          </a:p>
        </p:txBody>
      </p:sp>
      <p:sp>
        <p:nvSpPr>
          <p:cNvPr id="10" name="CaixaDeTexto 9">
            <a:extLst>
              <a:ext uri="{FF2B5EF4-FFF2-40B4-BE49-F238E27FC236}">
                <a16:creationId xmlns:a16="http://schemas.microsoft.com/office/drawing/2014/main" id="{0712BDC1-2BCB-7359-C926-298236823D04}"/>
              </a:ext>
            </a:extLst>
          </p:cNvPr>
          <p:cNvSpPr txBox="1"/>
          <p:nvPr/>
        </p:nvSpPr>
        <p:spPr>
          <a:xfrm>
            <a:off x="340361" y="3627120"/>
            <a:ext cx="11511277" cy="2677656"/>
          </a:xfrm>
          <a:prstGeom prst="rect">
            <a:avLst/>
          </a:prstGeom>
          <a:noFill/>
        </p:spPr>
        <p:txBody>
          <a:bodyPr wrap="square" rtlCol="0">
            <a:spAutoFit/>
          </a:bodyPr>
          <a:lstStyle/>
          <a:p>
            <a:pPr indent="355600">
              <a:buClr>
                <a:schemeClr val="accent1"/>
              </a:buClr>
            </a:pPr>
            <a:r>
              <a:rPr lang="pt-BR" sz="2400" dirty="0">
                <a:solidFill>
                  <a:schemeClr val="accent1"/>
                </a:solidFill>
              </a:rPr>
              <a:t>Tipicamente ágil, é especialmente recomendada para criar sistemas que atendam a necessidades em constante evolução e demandas de alto desempenho. São sistemas estruturados em torno da geração, detecção e reação a de eventos.</a:t>
            </a:r>
          </a:p>
          <a:p>
            <a:pPr indent="355600">
              <a:buClr>
                <a:schemeClr val="accent1"/>
              </a:buClr>
            </a:pPr>
            <a:r>
              <a:rPr lang="pt-BR" sz="2400" dirty="0">
                <a:solidFill>
                  <a:schemeClr val="accent1"/>
                </a:solidFill>
              </a:rPr>
              <a:t>Melhor opção para aplicativos e processamento de dados de tempo real, pois lida com fluxos de dados assíncronos. Todas essas características a tornam perfeita para soluções digitais que suportam streaming ao vivo e sob demanda, negociação de ações e sensores de IoT</a:t>
            </a:r>
          </a:p>
        </p:txBody>
      </p:sp>
      <p:pic>
        <p:nvPicPr>
          <p:cNvPr id="5" name="Imagem 4">
            <a:extLst>
              <a:ext uri="{FF2B5EF4-FFF2-40B4-BE49-F238E27FC236}">
                <a16:creationId xmlns:a16="http://schemas.microsoft.com/office/drawing/2014/main" id="{E0384CAF-A5EC-8363-64D7-E9B4B9F43472}"/>
              </a:ext>
            </a:extLst>
          </p:cNvPr>
          <p:cNvPicPr>
            <a:picLocks noChangeAspect="1"/>
          </p:cNvPicPr>
          <p:nvPr/>
        </p:nvPicPr>
        <p:blipFill>
          <a:blip r:embed="rId3"/>
          <a:stretch>
            <a:fillRect/>
          </a:stretch>
        </p:blipFill>
        <p:spPr>
          <a:xfrm>
            <a:off x="10808350" y="96205"/>
            <a:ext cx="1312529" cy="904364"/>
          </a:xfrm>
          <a:prstGeom prst="rect">
            <a:avLst/>
          </a:prstGeom>
        </p:spPr>
      </p:pic>
    </p:spTree>
    <p:extLst>
      <p:ext uri="{BB962C8B-B14F-4D97-AF65-F5344CB8AC3E}">
        <p14:creationId xmlns:p14="http://schemas.microsoft.com/office/powerpoint/2010/main" val="4275530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13E43-1A44-010B-BF9D-CFA170D216AC}"/>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8D3C91F3-C398-A79A-0C5F-EB0686237A53}"/>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52EC7C4F-FB7D-6635-9AC0-41884838811E}"/>
              </a:ext>
            </a:extLst>
          </p:cNvPr>
          <p:cNvSpPr txBox="1"/>
          <p:nvPr/>
        </p:nvSpPr>
        <p:spPr>
          <a:xfrm>
            <a:off x="340360" y="995680"/>
            <a:ext cx="11506199" cy="5262979"/>
          </a:xfrm>
          <a:prstGeom prst="rect">
            <a:avLst/>
          </a:prstGeom>
          <a:noFill/>
        </p:spPr>
        <p:txBody>
          <a:bodyPr wrap="square" rtlCol="0">
            <a:spAutoFit/>
          </a:bodyPr>
          <a:lstStyle/>
          <a:p>
            <a:pPr marL="536575" indent="-536575">
              <a:buClr>
                <a:schemeClr val="accent1"/>
              </a:buClr>
              <a:buFont typeface="+mj-lt"/>
              <a:buAutoNum type="arabicPeriod" startAt="2"/>
            </a:pPr>
            <a:r>
              <a:rPr lang="pt-BR" sz="2400" b="1" dirty="0">
                <a:solidFill>
                  <a:schemeClr val="accent1"/>
                </a:solidFill>
              </a:rPr>
              <a:t>Orientada a Eventos</a:t>
            </a:r>
            <a:r>
              <a:rPr lang="pt-BR" b="1" dirty="0">
                <a:solidFill>
                  <a:schemeClr val="accent1"/>
                </a:solidFill>
              </a:rPr>
              <a:t> (cont.)</a:t>
            </a:r>
          </a:p>
          <a:p>
            <a:pPr indent="355600">
              <a:buClr>
                <a:schemeClr val="accent1"/>
              </a:buClr>
            </a:pPr>
            <a:r>
              <a:rPr lang="pt-BR" sz="2400" dirty="0">
                <a:solidFill>
                  <a:schemeClr val="accent1"/>
                </a:solidFill>
              </a:rPr>
              <a:t>Principais componentes incluem:</a:t>
            </a:r>
          </a:p>
          <a:p>
            <a:pPr marL="809625" indent="-361950">
              <a:buClr>
                <a:schemeClr val="accent1"/>
              </a:buClr>
              <a:buFont typeface="Wingdings" panose="05000000000000000000" pitchFamily="2" charset="2"/>
              <a:buChar char="§"/>
            </a:pPr>
            <a:r>
              <a:rPr lang="pt-BR" sz="2000" b="1" dirty="0">
                <a:solidFill>
                  <a:schemeClr val="accent1"/>
                </a:solidFill>
              </a:rPr>
              <a:t>Produtores</a:t>
            </a:r>
            <a:r>
              <a:rPr lang="pt-BR" sz="2000" dirty="0">
                <a:solidFill>
                  <a:schemeClr val="accent1"/>
                </a:solidFill>
              </a:rPr>
              <a:t>: geram eventos quando ocorrem ações ou alterações específicas</a:t>
            </a:r>
          </a:p>
          <a:p>
            <a:pPr marL="809625" indent="-361950">
              <a:buClr>
                <a:schemeClr val="accent1"/>
              </a:buClr>
              <a:buFont typeface="Wingdings" panose="05000000000000000000" pitchFamily="2" charset="2"/>
              <a:buChar char="§"/>
            </a:pPr>
            <a:r>
              <a:rPr lang="pt-BR" sz="2000" b="1" dirty="0">
                <a:solidFill>
                  <a:schemeClr val="accent1"/>
                </a:solidFill>
              </a:rPr>
              <a:t>Consumidores</a:t>
            </a:r>
            <a:r>
              <a:rPr lang="pt-BR" sz="2000" dirty="0">
                <a:solidFill>
                  <a:schemeClr val="accent1"/>
                </a:solidFill>
              </a:rPr>
              <a:t>: respondem a eventos executando tarefas específicas ou processando dados</a:t>
            </a:r>
          </a:p>
          <a:p>
            <a:pPr marL="809625" indent="-361950">
              <a:buClr>
                <a:schemeClr val="accent1"/>
              </a:buClr>
              <a:buFont typeface="Wingdings" panose="05000000000000000000" pitchFamily="2" charset="2"/>
              <a:buChar char="§"/>
            </a:pPr>
            <a:r>
              <a:rPr lang="pt-BR" sz="2000" b="1" dirty="0">
                <a:solidFill>
                  <a:schemeClr val="accent1"/>
                </a:solidFill>
              </a:rPr>
              <a:t>Canais</a:t>
            </a:r>
            <a:r>
              <a:rPr lang="pt-BR" sz="2000" dirty="0">
                <a:solidFill>
                  <a:schemeClr val="accent1"/>
                </a:solidFill>
              </a:rPr>
              <a:t>: possibilitam a comunicação entre </a:t>
            </a:r>
            <a:r>
              <a:rPr lang="pt-BR" sz="2000" b="1" dirty="0">
                <a:solidFill>
                  <a:schemeClr val="accent1"/>
                </a:solidFill>
              </a:rPr>
              <a:t>Produtores</a:t>
            </a:r>
            <a:r>
              <a:rPr lang="pt-BR" sz="2000" dirty="0">
                <a:solidFill>
                  <a:schemeClr val="accent1"/>
                </a:solidFill>
              </a:rPr>
              <a:t> e </a:t>
            </a:r>
            <a:r>
              <a:rPr lang="pt-BR" sz="2000" b="1" dirty="0">
                <a:solidFill>
                  <a:schemeClr val="accent1"/>
                </a:solidFill>
              </a:rPr>
              <a:t>Consumidores</a:t>
            </a:r>
            <a:r>
              <a:rPr lang="pt-BR" sz="2000" dirty="0">
                <a:solidFill>
                  <a:schemeClr val="accent1"/>
                </a:solidFill>
              </a:rPr>
              <a:t>, frequentemente por meio de corretores de mensagens ou filas (ex.: </a:t>
            </a:r>
            <a:r>
              <a:rPr lang="pt-BR" sz="2000" dirty="0" err="1">
                <a:solidFill>
                  <a:schemeClr val="accent1"/>
                </a:solidFill>
              </a:rPr>
              <a:t>message</a:t>
            </a:r>
            <a:r>
              <a:rPr lang="pt-BR" sz="2000" dirty="0">
                <a:solidFill>
                  <a:schemeClr val="accent1"/>
                </a:solidFill>
              </a:rPr>
              <a:t> brokers -  </a:t>
            </a:r>
            <a:r>
              <a:rPr lang="pt-BR" sz="2000" b="1" dirty="0">
                <a:solidFill>
                  <a:schemeClr val="accent1"/>
                </a:solidFill>
              </a:rPr>
              <a:t>Kafka</a:t>
            </a:r>
            <a:r>
              <a:rPr lang="pt-BR" sz="2000" dirty="0">
                <a:solidFill>
                  <a:schemeClr val="accent1"/>
                </a:solidFill>
              </a:rPr>
              <a:t>, </a:t>
            </a:r>
            <a:r>
              <a:rPr lang="pt-BR" sz="2000" b="1" dirty="0" err="1">
                <a:solidFill>
                  <a:schemeClr val="accent1"/>
                </a:solidFill>
              </a:rPr>
              <a:t>RabbitMQ</a:t>
            </a:r>
            <a:r>
              <a:rPr lang="pt-BR" sz="2000" dirty="0">
                <a:solidFill>
                  <a:schemeClr val="accent1"/>
                </a:solidFill>
              </a:rPr>
              <a:t>)</a:t>
            </a:r>
          </a:p>
          <a:p>
            <a:pPr marL="809625" indent="-361950">
              <a:buClr>
                <a:schemeClr val="accent1"/>
              </a:buClr>
              <a:buFont typeface="Wingdings" panose="05000000000000000000" pitchFamily="2" charset="2"/>
              <a:buChar char="§"/>
            </a:pPr>
            <a:r>
              <a:rPr lang="pt-BR" sz="2000" b="1" dirty="0">
                <a:solidFill>
                  <a:schemeClr val="accent1"/>
                </a:solidFill>
              </a:rPr>
              <a:t>Processadores</a:t>
            </a:r>
            <a:r>
              <a:rPr lang="pt-BR" sz="2000" dirty="0">
                <a:solidFill>
                  <a:schemeClr val="accent1"/>
                </a:solidFill>
              </a:rPr>
              <a:t>: componentes intermediários que processam, filtram ou roteiam eventos antes que estes cheguem aos </a:t>
            </a:r>
            <a:r>
              <a:rPr lang="pt-BR" sz="2000" b="1" dirty="0">
                <a:solidFill>
                  <a:schemeClr val="accent1"/>
                </a:solidFill>
              </a:rPr>
              <a:t>Consumidores</a:t>
            </a:r>
          </a:p>
          <a:p>
            <a:pPr indent="360363">
              <a:buClr>
                <a:schemeClr val="accent1"/>
              </a:buClr>
            </a:pPr>
            <a:r>
              <a:rPr lang="pt-BR" sz="2400" dirty="0">
                <a:solidFill>
                  <a:schemeClr val="accent1"/>
                </a:solidFill>
              </a:rPr>
              <a:t>Quando utilizar arquitetura orientada a eventos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desenvolvimento de aplicações em tempo real (ex.: negociação de ações, alertas de tempo real)</a:t>
            </a:r>
          </a:p>
          <a:p>
            <a:pPr marL="809625" indent="-342900">
              <a:buClr>
                <a:schemeClr val="accent1"/>
              </a:buClr>
              <a:buFont typeface="Wingdings" panose="05000000000000000000" pitchFamily="2" charset="2"/>
              <a:buChar char="§"/>
            </a:pPr>
            <a:r>
              <a:rPr lang="pt-BR" sz="2000" dirty="0">
                <a:solidFill>
                  <a:schemeClr val="accent1"/>
                </a:solidFill>
              </a:rPr>
              <a:t>aplicações com necessidade de alta escalabilidade (ex.: fluxos de dados de sensores IoT)</a:t>
            </a:r>
          </a:p>
          <a:p>
            <a:pPr marL="809625" indent="-342900">
              <a:buClr>
                <a:schemeClr val="accent1"/>
              </a:buClr>
              <a:buFont typeface="Wingdings" panose="05000000000000000000" pitchFamily="2" charset="2"/>
              <a:buChar char="§"/>
            </a:pPr>
            <a:r>
              <a:rPr lang="pt-BR" sz="2000" dirty="0">
                <a:solidFill>
                  <a:schemeClr val="accent1"/>
                </a:solidFill>
              </a:rPr>
              <a:t>software com fluxos de trabalho desacoplados (ex.: e-commerce: pedido → pagamento → envio)</a:t>
            </a:r>
          </a:p>
          <a:p>
            <a:pPr marL="809625" indent="-342900">
              <a:buClr>
                <a:schemeClr val="accent1"/>
              </a:buClr>
              <a:buFont typeface="Wingdings" panose="05000000000000000000" pitchFamily="2" charset="2"/>
              <a:buChar char="§"/>
            </a:pPr>
            <a:r>
              <a:rPr lang="pt-BR" sz="2000" dirty="0">
                <a:solidFill>
                  <a:schemeClr val="accent1"/>
                </a:solidFill>
              </a:rPr>
              <a:t>aplicações com alto volume de eventos (ex.: aplicativos de chat, placares de líderes em jogos)</a:t>
            </a:r>
          </a:p>
          <a:p>
            <a:pPr indent="360363">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precisa de sistemas de software com consistência forte (ex.: transações bancárias)</a:t>
            </a:r>
          </a:p>
          <a:p>
            <a:pPr marL="809625" indent="-342900">
              <a:buClr>
                <a:schemeClr val="accent1"/>
              </a:buClr>
              <a:buFont typeface="Wingdings" panose="05000000000000000000" pitchFamily="2" charset="2"/>
              <a:buChar char="§"/>
            </a:pPr>
            <a:r>
              <a:rPr lang="pt-BR" sz="2000" dirty="0">
                <a:solidFill>
                  <a:schemeClr val="accent1"/>
                </a:solidFill>
              </a:rPr>
              <a:t>equipe sem experiência com </a:t>
            </a:r>
            <a:r>
              <a:rPr lang="pt-BR" sz="2000" b="1" dirty="0" err="1">
                <a:solidFill>
                  <a:schemeClr val="accent1"/>
                </a:solidFill>
              </a:rPr>
              <a:t>message</a:t>
            </a:r>
            <a:r>
              <a:rPr lang="pt-BR" sz="2000" b="1" dirty="0">
                <a:solidFill>
                  <a:schemeClr val="accent1"/>
                </a:solidFill>
              </a:rPr>
              <a:t> brokers</a:t>
            </a:r>
            <a:r>
              <a:rPr lang="pt-BR" sz="2000" dirty="0">
                <a:solidFill>
                  <a:schemeClr val="accent1"/>
                </a:solidFill>
              </a:rPr>
              <a:t> ou integrações de API desse tipo</a:t>
            </a:r>
          </a:p>
        </p:txBody>
      </p:sp>
      <p:pic>
        <p:nvPicPr>
          <p:cNvPr id="4" name="Imagem 3">
            <a:extLst>
              <a:ext uri="{FF2B5EF4-FFF2-40B4-BE49-F238E27FC236}">
                <a16:creationId xmlns:a16="http://schemas.microsoft.com/office/drawing/2014/main" id="{EF312328-DA36-47B1-A5AB-529724A81321}"/>
              </a:ext>
            </a:extLst>
          </p:cNvPr>
          <p:cNvPicPr>
            <a:picLocks noChangeAspect="1"/>
          </p:cNvPicPr>
          <p:nvPr/>
        </p:nvPicPr>
        <p:blipFill>
          <a:blip r:embed="rId2"/>
          <a:stretch>
            <a:fillRect/>
          </a:stretch>
        </p:blipFill>
        <p:spPr>
          <a:xfrm>
            <a:off x="10808350" y="96205"/>
            <a:ext cx="1312529" cy="904364"/>
          </a:xfrm>
          <a:prstGeom prst="rect">
            <a:avLst/>
          </a:prstGeom>
        </p:spPr>
      </p:pic>
    </p:spTree>
    <p:extLst>
      <p:ext uri="{BB962C8B-B14F-4D97-AF65-F5344CB8AC3E}">
        <p14:creationId xmlns:p14="http://schemas.microsoft.com/office/powerpoint/2010/main" val="2879031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D69EF-C94A-6647-AD81-364360218D8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B3CB8291-43F8-3E79-6E40-76DA1F6FE41E}"/>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A11C3AE3-86DF-E195-49ED-C1B1CD196761}"/>
              </a:ext>
            </a:extLst>
          </p:cNvPr>
          <p:cNvSpPr txBox="1"/>
          <p:nvPr/>
        </p:nvSpPr>
        <p:spPr>
          <a:xfrm>
            <a:off x="340360" y="995680"/>
            <a:ext cx="11506199" cy="5509200"/>
          </a:xfrm>
          <a:prstGeom prst="rect">
            <a:avLst/>
          </a:prstGeom>
          <a:noFill/>
        </p:spPr>
        <p:txBody>
          <a:bodyPr wrap="square" rtlCol="0">
            <a:spAutoFit/>
          </a:bodyPr>
          <a:lstStyle/>
          <a:p>
            <a:pPr marL="536575" indent="-536575">
              <a:buClr>
                <a:schemeClr val="accent1"/>
              </a:buClr>
              <a:buFont typeface="+mj-lt"/>
              <a:buAutoNum type="arabicPeriod" startAt="2"/>
            </a:pPr>
            <a:r>
              <a:rPr lang="pt-BR" sz="2400" b="1" dirty="0">
                <a:solidFill>
                  <a:schemeClr val="accent1"/>
                </a:solidFill>
              </a:rPr>
              <a:t>Orientada a Eventos</a:t>
            </a:r>
            <a:r>
              <a:rPr lang="pt-BR" b="1" dirty="0">
                <a:solidFill>
                  <a:schemeClr val="accent1"/>
                </a:solidFill>
              </a:rPr>
              <a:t> (cont.)</a:t>
            </a: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baixo acoplamento garante que os serviços não precisem conhecer uns aos outros (ex.: Uber: solicitação de corrida → despacho de motorista → pagamento)</a:t>
            </a:r>
          </a:p>
          <a:p>
            <a:pPr marL="809625" indent="-361950">
              <a:buClr>
                <a:schemeClr val="accent1"/>
              </a:buClr>
              <a:buFont typeface="Wingdings" panose="05000000000000000000" pitchFamily="2" charset="2"/>
              <a:buChar char="§"/>
            </a:pPr>
            <a:r>
              <a:rPr lang="pt-BR" sz="2000" dirty="0">
                <a:solidFill>
                  <a:schemeClr val="accent1"/>
                </a:solidFill>
              </a:rPr>
              <a:t>oferece escalabilidade, permitindo que o software processe mais de 100 eventos por segundo</a:t>
            </a:r>
          </a:p>
          <a:p>
            <a:pPr marL="809625" indent="-361950">
              <a:buClr>
                <a:schemeClr val="accent1"/>
              </a:buClr>
              <a:buFont typeface="Wingdings" panose="05000000000000000000" pitchFamily="2" charset="2"/>
              <a:buChar char="§"/>
            </a:pPr>
            <a:r>
              <a:rPr lang="pt-BR" sz="2000" dirty="0">
                <a:solidFill>
                  <a:schemeClr val="accent1"/>
                </a:solidFill>
              </a:rPr>
              <a:t>alta tolerância a falhas - se um serviço falhar, eventos são enfileirados e processados ​​posteriormente</a:t>
            </a:r>
          </a:p>
          <a:p>
            <a:pPr marL="809625" indent="-361950">
              <a:buClr>
                <a:schemeClr val="accent1"/>
              </a:buClr>
              <a:buFont typeface="Wingdings" panose="05000000000000000000" pitchFamily="2" charset="2"/>
              <a:buChar char="§"/>
            </a:pPr>
            <a:r>
              <a:rPr lang="pt-BR" sz="2000" dirty="0">
                <a:solidFill>
                  <a:schemeClr val="accent1"/>
                </a:solidFill>
              </a:rPr>
              <a:t>software altamente responsivo, como quando usuários recebem feedback instantâneo (ex.: placar de esportes em tempo real)</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depuração (</a:t>
            </a:r>
            <a:r>
              <a:rPr lang="pt-BR" sz="2000" dirty="0" err="1">
                <a:solidFill>
                  <a:schemeClr val="accent1"/>
                </a:solidFill>
              </a:rPr>
              <a:t>debugging</a:t>
            </a:r>
            <a:r>
              <a:rPr lang="pt-BR" sz="2000" dirty="0">
                <a:solidFill>
                  <a:schemeClr val="accent1"/>
                </a:solidFill>
              </a:rPr>
              <a:t>) complexo, como em microsserviços (exige algo como </a:t>
            </a:r>
            <a:r>
              <a:rPr lang="pt-BR" sz="2000" b="1" dirty="0">
                <a:solidFill>
                  <a:schemeClr val="accent1"/>
                </a:solidFill>
              </a:rPr>
              <a:t>Jaeger</a:t>
            </a:r>
            <a:r>
              <a:rPr lang="pt-BR" sz="20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problemas de consistência. Por exemplo, os dados podem sofrer um atraso de milissegundos (ex.: a atualização do status de entrega de um pedido pode levar algum tempo para chegar)</a:t>
            </a:r>
          </a:p>
          <a:p>
            <a:pPr marL="809625" indent="-342900">
              <a:buClr>
                <a:schemeClr val="accent1"/>
              </a:buClr>
              <a:buFont typeface="Wingdings" panose="05000000000000000000" pitchFamily="2" charset="2"/>
              <a:buChar char="§"/>
            </a:pPr>
            <a:r>
              <a:rPr lang="pt-BR" sz="2000" dirty="0">
                <a:solidFill>
                  <a:schemeClr val="accent1"/>
                </a:solidFill>
              </a:rPr>
              <a:t>desafios de escalabilidade em softwares baseados nessa arquitetura.</a:t>
            </a:r>
          </a:p>
          <a:p>
            <a:pPr marL="809625" indent="-342900">
              <a:buClr>
                <a:schemeClr val="accent1"/>
              </a:buClr>
              <a:buFont typeface="Wingdings" panose="05000000000000000000" pitchFamily="2" charset="2"/>
              <a:buChar char="§"/>
            </a:pPr>
            <a:r>
              <a:rPr lang="pt-BR" sz="2000" dirty="0">
                <a:solidFill>
                  <a:schemeClr val="accent1"/>
                </a:solidFill>
              </a:rPr>
              <a:t>custos com </a:t>
            </a:r>
            <a:r>
              <a:rPr lang="pt-BR" sz="2000" b="1" dirty="0" err="1">
                <a:solidFill>
                  <a:schemeClr val="accent1"/>
                </a:solidFill>
              </a:rPr>
              <a:t>message</a:t>
            </a:r>
            <a:r>
              <a:rPr lang="pt-BR" sz="2000" b="1" dirty="0">
                <a:solidFill>
                  <a:schemeClr val="accent1"/>
                </a:solidFill>
              </a:rPr>
              <a:t> brokers</a:t>
            </a:r>
            <a:r>
              <a:rPr lang="pt-BR" sz="2000" dirty="0">
                <a:solidFill>
                  <a:schemeClr val="accent1"/>
                </a:solidFill>
              </a:rPr>
              <a:t> aumentam o custo total, o que gera sobrecarga na infraestrutura</a:t>
            </a:r>
          </a:p>
          <a:p>
            <a:pPr marL="809625" indent="-342900">
              <a:buClr>
                <a:schemeClr val="accent1"/>
              </a:buClr>
              <a:buFont typeface="Wingdings" panose="05000000000000000000" pitchFamily="2" charset="2"/>
              <a:buChar char="§"/>
            </a:pPr>
            <a:r>
              <a:rPr lang="pt-BR" sz="2000" dirty="0">
                <a:solidFill>
                  <a:schemeClr val="accent1"/>
                </a:solidFill>
              </a:rPr>
              <a:t>risco de </a:t>
            </a:r>
            <a:r>
              <a:rPr lang="pt-BR" sz="2000" b="1" dirty="0">
                <a:solidFill>
                  <a:schemeClr val="accent1"/>
                </a:solidFill>
              </a:rPr>
              <a:t>over-</a:t>
            </a:r>
            <a:r>
              <a:rPr lang="pt-BR" sz="2000" b="1" dirty="0" err="1">
                <a:solidFill>
                  <a:schemeClr val="accent1"/>
                </a:solidFill>
              </a:rPr>
              <a:t>engineering</a:t>
            </a:r>
            <a:r>
              <a:rPr lang="pt-BR" sz="2000" dirty="0">
                <a:solidFill>
                  <a:schemeClr val="accent1"/>
                </a:solidFill>
              </a:rPr>
              <a:t> (alta complexidade). Possível evitar o uso dessa arquitetura em aplicações </a:t>
            </a:r>
            <a:r>
              <a:rPr lang="pt-BR" sz="2000" b="1" dirty="0">
                <a:solidFill>
                  <a:schemeClr val="accent1"/>
                </a:solidFill>
              </a:rPr>
              <a:t>CRUD</a:t>
            </a:r>
            <a:r>
              <a:rPr lang="pt-BR" sz="2000" dirty="0">
                <a:solidFill>
                  <a:schemeClr val="accent1"/>
                </a:solidFill>
              </a:rPr>
              <a:t> simples</a:t>
            </a:r>
          </a:p>
        </p:txBody>
      </p:sp>
      <p:pic>
        <p:nvPicPr>
          <p:cNvPr id="4" name="Imagem 3">
            <a:extLst>
              <a:ext uri="{FF2B5EF4-FFF2-40B4-BE49-F238E27FC236}">
                <a16:creationId xmlns:a16="http://schemas.microsoft.com/office/drawing/2014/main" id="{A579A4A5-48DE-D567-9BBE-C6CBC7D9D6D7}"/>
              </a:ext>
            </a:extLst>
          </p:cNvPr>
          <p:cNvPicPr>
            <a:picLocks noChangeAspect="1"/>
          </p:cNvPicPr>
          <p:nvPr/>
        </p:nvPicPr>
        <p:blipFill>
          <a:blip r:embed="rId3"/>
          <a:stretch>
            <a:fillRect/>
          </a:stretch>
        </p:blipFill>
        <p:spPr>
          <a:xfrm>
            <a:off x="10808350" y="96205"/>
            <a:ext cx="1312529" cy="904364"/>
          </a:xfrm>
          <a:prstGeom prst="rect">
            <a:avLst/>
          </a:prstGeom>
        </p:spPr>
      </p:pic>
    </p:spTree>
    <p:extLst>
      <p:ext uri="{BB962C8B-B14F-4D97-AF65-F5344CB8AC3E}">
        <p14:creationId xmlns:p14="http://schemas.microsoft.com/office/powerpoint/2010/main" val="3309021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C1235-BA2E-DE67-35EA-0AFE56D10969}"/>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5B64D484-D3B3-09A0-5531-644050524DC5}"/>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51463FD3-4EF8-B734-A763-D77CDCE3B3BD}"/>
              </a:ext>
            </a:extLst>
          </p:cNvPr>
          <p:cNvSpPr txBox="1"/>
          <p:nvPr/>
        </p:nvSpPr>
        <p:spPr>
          <a:xfrm>
            <a:off x="340360" y="995680"/>
            <a:ext cx="11506199" cy="1754326"/>
          </a:xfrm>
          <a:prstGeom prst="rect">
            <a:avLst/>
          </a:prstGeom>
          <a:noFill/>
        </p:spPr>
        <p:txBody>
          <a:bodyPr wrap="square" rtlCol="0">
            <a:spAutoFit/>
          </a:bodyPr>
          <a:lstStyle/>
          <a:p>
            <a:pPr marL="536575" indent="-536575">
              <a:buClr>
                <a:schemeClr val="accent1"/>
              </a:buClr>
              <a:buFont typeface="+mj-lt"/>
              <a:buAutoNum type="arabicPeriod" startAt="2"/>
            </a:pPr>
            <a:r>
              <a:rPr lang="pt-BR" sz="2400" b="1" dirty="0">
                <a:solidFill>
                  <a:schemeClr val="accent1"/>
                </a:solidFill>
              </a:rPr>
              <a:t>Orientada a Eventos</a:t>
            </a:r>
            <a:r>
              <a:rPr lang="pt-BR" b="1" dirty="0">
                <a:solidFill>
                  <a:schemeClr val="accent1"/>
                </a:solidFill>
              </a:rPr>
              <a:t> (cont.)</a:t>
            </a:r>
          </a:p>
          <a:p>
            <a:pPr indent="355600">
              <a:buClr>
                <a:schemeClr val="accent1"/>
              </a:buClr>
            </a:pPr>
            <a:r>
              <a:rPr lang="pt-BR" sz="2400" dirty="0">
                <a:solidFill>
                  <a:schemeClr val="accent1"/>
                </a:solidFill>
              </a:rPr>
              <a:t>Exemplos reais de implementação do padrão de </a:t>
            </a:r>
            <a:r>
              <a:rPr lang="pt-BR" sz="2400" b="1" dirty="0">
                <a:solidFill>
                  <a:schemeClr val="accent1"/>
                </a:solidFill>
              </a:rPr>
              <a:t>Arquitetura Orientada a Eventos</a:t>
            </a:r>
            <a:r>
              <a:rPr lang="pt-BR" sz="2400" dirty="0">
                <a:solidFill>
                  <a:schemeClr val="accent1"/>
                </a:solidFill>
              </a:rPr>
              <a:t>:</a:t>
            </a:r>
          </a:p>
          <a:p>
            <a:pPr marL="803275" indent="-355600">
              <a:buClr>
                <a:schemeClr val="accent1"/>
              </a:buClr>
              <a:buFont typeface="Wingdings" panose="05000000000000000000" pitchFamily="2" charset="2"/>
              <a:buChar char="§"/>
            </a:pPr>
            <a:r>
              <a:rPr lang="pt-BR" sz="2000" b="1" dirty="0">
                <a:solidFill>
                  <a:schemeClr val="accent1"/>
                </a:solidFill>
              </a:rPr>
              <a:t>Uber</a:t>
            </a:r>
            <a:r>
              <a:rPr lang="pt-BR" sz="2000" dirty="0">
                <a:solidFill>
                  <a:schemeClr val="accent1"/>
                </a:solidFill>
              </a:rPr>
              <a:t>: utiliza para o pareamento de corridas</a:t>
            </a:r>
          </a:p>
          <a:p>
            <a:pPr marL="803275" indent="-355600">
              <a:buClr>
                <a:schemeClr val="accent1"/>
              </a:buClr>
              <a:buFont typeface="Wingdings" panose="05000000000000000000" pitchFamily="2" charset="2"/>
              <a:buChar char="§"/>
            </a:pPr>
            <a:r>
              <a:rPr lang="pt-BR" sz="2000" b="1" dirty="0" err="1">
                <a:solidFill>
                  <a:schemeClr val="accent1"/>
                </a:solidFill>
              </a:rPr>
              <a:t>Airbnb</a:t>
            </a:r>
            <a:r>
              <a:rPr lang="pt-BR" sz="2000" dirty="0">
                <a:solidFill>
                  <a:schemeClr val="accent1"/>
                </a:solidFill>
              </a:rPr>
              <a:t>: utiliza para lidar com um enorme volume de eventos de usuários e garantir uma plataforma escalável, resiliente e em tempo real.</a:t>
            </a:r>
          </a:p>
        </p:txBody>
      </p:sp>
      <p:pic>
        <p:nvPicPr>
          <p:cNvPr id="4" name="Imagem 3">
            <a:extLst>
              <a:ext uri="{FF2B5EF4-FFF2-40B4-BE49-F238E27FC236}">
                <a16:creationId xmlns:a16="http://schemas.microsoft.com/office/drawing/2014/main" id="{93A3F9AC-F0F7-6158-38ED-51F13BEAF911}"/>
              </a:ext>
            </a:extLst>
          </p:cNvPr>
          <p:cNvPicPr>
            <a:picLocks noChangeAspect="1"/>
          </p:cNvPicPr>
          <p:nvPr/>
        </p:nvPicPr>
        <p:blipFill>
          <a:blip r:embed="rId3"/>
          <a:stretch>
            <a:fillRect/>
          </a:stretch>
        </p:blipFill>
        <p:spPr>
          <a:xfrm>
            <a:off x="10808350" y="96205"/>
            <a:ext cx="1312529" cy="904364"/>
          </a:xfrm>
          <a:prstGeom prst="rect">
            <a:avLst/>
          </a:prstGeom>
        </p:spPr>
      </p:pic>
    </p:spTree>
    <p:extLst>
      <p:ext uri="{BB962C8B-B14F-4D97-AF65-F5344CB8AC3E}">
        <p14:creationId xmlns:p14="http://schemas.microsoft.com/office/powerpoint/2010/main" val="551950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63A71-E7AE-972B-2A49-DB129A4EF400}"/>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B68FD23-A466-9E79-5617-44D10629C48B}"/>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6AADEEB9-7927-9AE5-8C77-15F0E0FF32A1}"/>
              </a:ext>
            </a:extLst>
          </p:cNvPr>
          <p:cNvSpPr txBox="1"/>
          <p:nvPr/>
        </p:nvSpPr>
        <p:spPr>
          <a:xfrm>
            <a:off x="340361" y="995680"/>
            <a:ext cx="7906264" cy="2677656"/>
          </a:xfrm>
          <a:prstGeom prst="rect">
            <a:avLst/>
          </a:prstGeom>
          <a:noFill/>
        </p:spPr>
        <p:txBody>
          <a:bodyPr wrap="square" rtlCol="0">
            <a:spAutoFit/>
          </a:bodyPr>
          <a:lstStyle/>
          <a:p>
            <a:pPr marL="536575" indent="-536575">
              <a:buClr>
                <a:schemeClr val="accent1"/>
              </a:buClr>
              <a:buFont typeface="+mj-lt"/>
              <a:buAutoNum type="arabicPeriod" startAt="3"/>
            </a:pPr>
            <a:r>
              <a:rPr lang="pt-BR" sz="2400" b="1" dirty="0">
                <a:solidFill>
                  <a:schemeClr val="accent1"/>
                </a:solidFill>
              </a:rPr>
              <a:t>Arquitetura </a:t>
            </a:r>
            <a:r>
              <a:rPr lang="pt-BR" sz="2400" b="1" dirty="0" err="1">
                <a:solidFill>
                  <a:schemeClr val="accent1"/>
                </a:solidFill>
              </a:rPr>
              <a:t>Serverless</a:t>
            </a:r>
            <a:endParaRPr lang="pt-BR" sz="2400" b="1" dirty="0">
              <a:solidFill>
                <a:schemeClr val="accent1"/>
              </a:solidFill>
            </a:endParaRPr>
          </a:p>
          <a:p>
            <a:pPr indent="355600">
              <a:buClr>
                <a:schemeClr val="accent1"/>
              </a:buClr>
            </a:pPr>
            <a:r>
              <a:rPr lang="pt-BR" sz="2400" dirty="0">
                <a:solidFill>
                  <a:schemeClr val="accent1"/>
                </a:solidFill>
              </a:rPr>
              <a:t>Na busca por soluções econômicas e escaláveis para P&amp;M, o padrão </a:t>
            </a:r>
            <a:r>
              <a:rPr lang="pt-BR" sz="2400" b="1" dirty="0" err="1">
                <a:solidFill>
                  <a:schemeClr val="accent1"/>
                </a:solidFill>
              </a:rPr>
              <a:t>serverless</a:t>
            </a:r>
            <a:r>
              <a:rPr lang="pt-BR" sz="2400" dirty="0">
                <a:solidFill>
                  <a:schemeClr val="accent1"/>
                </a:solidFill>
              </a:rPr>
              <a:t> surge como solução ideal.</a:t>
            </a:r>
          </a:p>
          <a:p>
            <a:pPr indent="355600">
              <a:buClr>
                <a:schemeClr val="accent1"/>
              </a:buClr>
            </a:pPr>
            <a:r>
              <a:rPr lang="pt-BR" sz="2400" dirty="0">
                <a:solidFill>
                  <a:schemeClr val="accent1"/>
                </a:solidFill>
              </a:rPr>
              <a:t>É um modelo nativo da nuvem, onde implantamos código (geralmente na forma de funções) sem precisar gerenciar servidores. O provedor da nuvem aloca recursos dinamicamente, realizando o escalonamento automático</a:t>
            </a:r>
          </a:p>
        </p:txBody>
      </p:sp>
      <p:sp>
        <p:nvSpPr>
          <p:cNvPr id="10" name="CaixaDeTexto 9">
            <a:extLst>
              <a:ext uri="{FF2B5EF4-FFF2-40B4-BE49-F238E27FC236}">
                <a16:creationId xmlns:a16="http://schemas.microsoft.com/office/drawing/2014/main" id="{B75D1718-0D12-68D8-19B0-E30863791CE8}"/>
              </a:ext>
            </a:extLst>
          </p:cNvPr>
          <p:cNvSpPr txBox="1"/>
          <p:nvPr/>
        </p:nvSpPr>
        <p:spPr>
          <a:xfrm>
            <a:off x="340362" y="3627120"/>
            <a:ext cx="7906264" cy="2308324"/>
          </a:xfrm>
          <a:prstGeom prst="rect">
            <a:avLst/>
          </a:prstGeom>
          <a:noFill/>
        </p:spPr>
        <p:txBody>
          <a:bodyPr wrap="square" rtlCol="0">
            <a:spAutoFit/>
          </a:bodyPr>
          <a:lstStyle/>
          <a:p>
            <a:pPr indent="355600">
              <a:buClr>
                <a:schemeClr val="accent1"/>
              </a:buClr>
            </a:pPr>
            <a:r>
              <a:rPr lang="pt-BR" sz="2400" dirty="0">
                <a:solidFill>
                  <a:schemeClr val="accent1"/>
                </a:solidFill>
              </a:rPr>
              <a:t>Tornou-se o padrão favorito de pequenas empresas por oferecer suporte ao modelo de precificação </a:t>
            </a:r>
            <a:r>
              <a:rPr lang="pt-BR" sz="2400" b="1" dirty="0" err="1">
                <a:solidFill>
                  <a:schemeClr val="accent1"/>
                </a:solidFill>
              </a:rPr>
              <a:t>pay</a:t>
            </a:r>
            <a:r>
              <a:rPr lang="pt-BR" sz="2400" b="1" dirty="0">
                <a:solidFill>
                  <a:schemeClr val="accent1"/>
                </a:solidFill>
              </a:rPr>
              <a:t> per use</a:t>
            </a:r>
            <a:r>
              <a:rPr lang="pt-BR" sz="2400" dirty="0">
                <a:solidFill>
                  <a:schemeClr val="accent1"/>
                </a:solidFill>
              </a:rPr>
              <a:t> (auto escalável, típico do </a:t>
            </a:r>
            <a:r>
              <a:rPr lang="pt-BR" sz="2400" b="1" dirty="0">
                <a:solidFill>
                  <a:schemeClr val="accent1"/>
                </a:solidFill>
              </a:rPr>
              <a:t>AWS Lambda</a:t>
            </a:r>
            <a:r>
              <a:rPr lang="pt-BR" sz="2400" dirty="0">
                <a:solidFill>
                  <a:schemeClr val="accent1"/>
                </a:solidFill>
              </a:rPr>
              <a:t>) para cargas de trabalho periódicas. É o padrão de arquitetura de software com melhor custo-benefício para soluções de software que podem enfrentar tráfego imprevisível.</a:t>
            </a:r>
          </a:p>
        </p:txBody>
      </p:sp>
      <p:pic>
        <p:nvPicPr>
          <p:cNvPr id="9" name="Imagem 8">
            <a:extLst>
              <a:ext uri="{FF2B5EF4-FFF2-40B4-BE49-F238E27FC236}">
                <a16:creationId xmlns:a16="http://schemas.microsoft.com/office/drawing/2014/main" id="{E4D52DC5-6594-9DE6-F854-23DAF2D5F6F2}"/>
              </a:ext>
            </a:extLst>
          </p:cNvPr>
          <p:cNvPicPr>
            <a:picLocks noChangeAspect="1"/>
          </p:cNvPicPr>
          <p:nvPr/>
        </p:nvPicPr>
        <p:blipFill>
          <a:blip r:embed="rId3"/>
          <a:stretch>
            <a:fillRect/>
          </a:stretch>
        </p:blipFill>
        <p:spPr>
          <a:xfrm>
            <a:off x="11196320" y="102247"/>
            <a:ext cx="915585" cy="899088"/>
          </a:xfrm>
          <a:prstGeom prst="rect">
            <a:avLst/>
          </a:prstGeom>
        </p:spPr>
      </p:pic>
      <p:pic>
        <p:nvPicPr>
          <p:cNvPr id="16" name="Imagem 15">
            <a:extLst>
              <a:ext uri="{FF2B5EF4-FFF2-40B4-BE49-F238E27FC236}">
                <a16:creationId xmlns:a16="http://schemas.microsoft.com/office/drawing/2014/main" id="{C8987254-92C7-4F4C-4A60-922ABCE51755}"/>
              </a:ext>
            </a:extLst>
          </p:cNvPr>
          <p:cNvPicPr>
            <a:picLocks noChangeAspect="1"/>
          </p:cNvPicPr>
          <p:nvPr/>
        </p:nvPicPr>
        <p:blipFill>
          <a:blip r:embed="rId4"/>
          <a:stretch>
            <a:fillRect/>
          </a:stretch>
        </p:blipFill>
        <p:spPr>
          <a:xfrm>
            <a:off x="8246625" y="943282"/>
            <a:ext cx="3613573" cy="2357519"/>
          </a:xfrm>
          <a:prstGeom prst="rect">
            <a:avLst/>
          </a:prstGeom>
        </p:spPr>
      </p:pic>
      <p:pic>
        <p:nvPicPr>
          <p:cNvPr id="18" name="Imagem 17">
            <a:extLst>
              <a:ext uri="{FF2B5EF4-FFF2-40B4-BE49-F238E27FC236}">
                <a16:creationId xmlns:a16="http://schemas.microsoft.com/office/drawing/2014/main" id="{D155F3E1-690B-25B6-6B8E-4261CE24848D}"/>
              </a:ext>
            </a:extLst>
          </p:cNvPr>
          <p:cNvPicPr>
            <a:picLocks noChangeAspect="1"/>
          </p:cNvPicPr>
          <p:nvPr/>
        </p:nvPicPr>
        <p:blipFill>
          <a:blip r:embed="rId5"/>
          <a:stretch>
            <a:fillRect/>
          </a:stretch>
        </p:blipFill>
        <p:spPr>
          <a:xfrm>
            <a:off x="8373957" y="3554802"/>
            <a:ext cx="3477681" cy="2504244"/>
          </a:xfrm>
          <a:prstGeom prst="rect">
            <a:avLst/>
          </a:prstGeom>
        </p:spPr>
      </p:pic>
      <p:sp>
        <p:nvSpPr>
          <p:cNvPr id="20" name="CaixaDeTexto 19">
            <a:extLst>
              <a:ext uri="{FF2B5EF4-FFF2-40B4-BE49-F238E27FC236}">
                <a16:creationId xmlns:a16="http://schemas.microsoft.com/office/drawing/2014/main" id="{4562E106-3EB4-06BB-3CD4-D5F14AE699BD}"/>
              </a:ext>
            </a:extLst>
          </p:cNvPr>
          <p:cNvSpPr txBox="1"/>
          <p:nvPr/>
        </p:nvSpPr>
        <p:spPr>
          <a:xfrm>
            <a:off x="11074400" y="5974080"/>
            <a:ext cx="715581" cy="338554"/>
          </a:xfrm>
          <a:prstGeom prst="rect">
            <a:avLst/>
          </a:prstGeom>
          <a:noFill/>
        </p:spPr>
        <p:txBody>
          <a:bodyPr wrap="none" rtlCol="0">
            <a:spAutoFit/>
          </a:bodyPr>
          <a:lstStyle/>
          <a:p>
            <a:r>
              <a:rPr lang="pt-BR" sz="1600" b="1" dirty="0">
                <a:solidFill>
                  <a:schemeClr val="tx2">
                    <a:lumMod val="50000"/>
                    <a:lumOff val="50000"/>
                  </a:schemeClr>
                </a:solidFill>
              </a:rPr>
              <a:t>Azure</a:t>
            </a:r>
          </a:p>
        </p:txBody>
      </p:sp>
      <p:sp>
        <p:nvSpPr>
          <p:cNvPr id="22" name="CaixaDeTexto 21">
            <a:extLst>
              <a:ext uri="{FF2B5EF4-FFF2-40B4-BE49-F238E27FC236}">
                <a16:creationId xmlns:a16="http://schemas.microsoft.com/office/drawing/2014/main" id="{974E8B79-348D-FC42-B8B6-091285868931}"/>
              </a:ext>
            </a:extLst>
          </p:cNvPr>
          <p:cNvSpPr txBox="1"/>
          <p:nvPr/>
        </p:nvSpPr>
        <p:spPr>
          <a:xfrm>
            <a:off x="11186160" y="3190240"/>
            <a:ext cx="620683" cy="338554"/>
          </a:xfrm>
          <a:prstGeom prst="rect">
            <a:avLst/>
          </a:prstGeom>
          <a:noFill/>
        </p:spPr>
        <p:txBody>
          <a:bodyPr wrap="none" rtlCol="0">
            <a:spAutoFit/>
          </a:bodyPr>
          <a:lstStyle/>
          <a:p>
            <a:r>
              <a:rPr lang="pt-BR" sz="1600" b="1" dirty="0">
                <a:solidFill>
                  <a:schemeClr val="tx2">
                    <a:lumMod val="50000"/>
                    <a:lumOff val="50000"/>
                  </a:schemeClr>
                </a:solidFill>
              </a:rPr>
              <a:t>AWS</a:t>
            </a:r>
          </a:p>
        </p:txBody>
      </p:sp>
    </p:spTree>
    <p:extLst>
      <p:ext uri="{BB962C8B-B14F-4D97-AF65-F5344CB8AC3E}">
        <p14:creationId xmlns:p14="http://schemas.microsoft.com/office/powerpoint/2010/main" val="2927394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6F63A-9A40-4929-C7A6-86F52864ADC3}"/>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39C4BFC-D891-2C9F-690D-E3D153E5D671}"/>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9F714E58-B34E-8D8C-B9CE-6B60F2944C3E}"/>
              </a:ext>
            </a:extLst>
          </p:cNvPr>
          <p:cNvSpPr txBox="1"/>
          <p:nvPr/>
        </p:nvSpPr>
        <p:spPr>
          <a:xfrm>
            <a:off x="340360" y="995680"/>
            <a:ext cx="11506199" cy="3970318"/>
          </a:xfrm>
          <a:prstGeom prst="rect">
            <a:avLst/>
          </a:prstGeom>
          <a:noFill/>
        </p:spPr>
        <p:txBody>
          <a:bodyPr wrap="square" rtlCol="0">
            <a:spAutoFit/>
          </a:bodyPr>
          <a:lstStyle/>
          <a:p>
            <a:pPr marL="536575" indent="-536575">
              <a:buClr>
                <a:schemeClr val="accent1"/>
              </a:buClr>
              <a:buFont typeface="+mj-lt"/>
              <a:buAutoNum type="arabicPeriod" startAt="3"/>
            </a:pPr>
            <a:r>
              <a:rPr lang="pt-BR" sz="2400" b="1" dirty="0">
                <a:solidFill>
                  <a:schemeClr val="accent1"/>
                </a:solidFill>
              </a:rPr>
              <a:t>Arquitetura </a:t>
            </a:r>
            <a:r>
              <a:rPr lang="pt-BR" sz="2400" b="1" dirty="0" err="1">
                <a:solidFill>
                  <a:schemeClr val="accent1"/>
                </a:solidFill>
              </a:rPr>
              <a:t>Serverless</a:t>
            </a:r>
            <a:r>
              <a:rPr lang="pt-BR" b="1" dirty="0">
                <a:solidFill>
                  <a:schemeClr val="accent1"/>
                </a:solidFill>
              </a:rPr>
              <a:t> (cont.)</a:t>
            </a:r>
          </a:p>
          <a:p>
            <a:pPr indent="360363">
              <a:buClr>
                <a:schemeClr val="accent1"/>
              </a:buClr>
            </a:pPr>
            <a:r>
              <a:rPr lang="pt-BR" sz="2400" dirty="0">
                <a:solidFill>
                  <a:schemeClr val="accent1"/>
                </a:solidFill>
              </a:rPr>
              <a:t>Quando utilizar arquitetura </a:t>
            </a:r>
            <a:r>
              <a:rPr lang="pt-BR" sz="2400" dirty="0" err="1">
                <a:solidFill>
                  <a:schemeClr val="accent1"/>
                </a:solidFill>
              </a:rPr>
              <a:t>Serverless</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necessário implementar cargas de trabalho orientadas a eventos (ex.: upload de arquivos, processamento de dados de IoT)</a:t>
            </a:r>
          </a:p>
          <a:p>
            <a:pPr marL="809625" indent="-342900">
              <a:buClr>
                <a:schemeClr val="accent1"/>
              </a:buClr>
              <a:buFont typeface="Wingdings" panose="05000000000000000000" pitchFamily="2" charset="2"/>
              <a:buChar char="§"/>
            </a:pPr>
            <a:r>
              <a:rPr lang="pt-BR" sz="2000" dirty="0">
                <a:solidFill>
                  <a:schemeClr val="accent1"/>
                </a:solidFill>
              </a:rPr>
              <a:t>aplicativos sujeitos a tráfego esporádico ou imprevisível (ex.: picos decorrentes de campanhas)</a:t>
            </a:r>
          </a:p>
          <a:p>
            <a:pPr marL="809625" indent="-342900">
              <a:buClr>
                <a:schemeClr val="accent1"/>
              </a:buClr>
              <a:buFont typeface="Wingdings" panose="05000000000000000000" pitchFamily="2" charset="2"/>
              <a:buChar char="§"/>
            </a:pPr>
            <a:r>
              <a:rPr lang="pt-BR" sz="2000" dirty="0">
                <a:solidFill>
                  <a:schemeClr val="accent1"/>
                </a:solidFill>
              </a:rPr>
              <a:t>necessário criar protótipos rápidos ou </a:t>
            </a:r>
            <a:r>
              <a:rPr lang="pt-BR" sz="2000" dirty="0" err="1">
                <a:solidFill>
                  <a:schemeClr val="accent1"/>
                </a:solidFill>
              </a:rPr>
              <a:t>MVPs</a:t>
            </a:r>
            <a:r>
              <a:rPr lang="pt-BR" sz="2000" dirty="0">
                <a:solidFill>
                  <a:schemeClr val="accent1"/>
                </a:solidFill>
              </a:rPr>
              <a:t> (implantação ágil, baixo custo inicial)</a:t>
            </a:r>
          </a:p>
          <a:p>
            <a:pPr marL="809625" indent="-342900">
              <a:buClr>
                <a:schemeClr val="accent1"/>
              </a:buClr>
              <a:buFont typeface="Wingdings" panose="05000000000000000000" pitchFamily="2" charset="2"/>
              <a:buChar char="§"/>
            </a:pPr>
            <a:r>
              <a:rPr lang="pt-BR" sz="2000" dirty="0">
                <a:solidFill>
                  <a:schemeClr val="accent1"/>
                </a:solidFill>
              </a:rPr>
              <a:t>desejo de integrar </a:t>
            </a:r>
            <a:r>
              <a:rPr lang="pt-BR" sz="2000" b="1" dirty="0" err="1">
                <a:solidFill>
                  <a:schemeClr val="accent1"/>
                </a:solidFill>
              </a:rPr>
              <a:t>backends</a:t>
            </a:r>
            <a:r>
              <a:rPr lang="pt-BR" sz="2000" dirty="0">
                <a:solidFill>
                  <a:schemeClr val="accent1"/>
                </a:solidFill>
              </a:rPr>
              <a:t> de microsserviços (escalabilidade independente para APIs, autenticação, notificações)</a:t>
            </a:r>
          </a:p>
          <a:p>
            <a:pPr indent="360363">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software envolver processos de longa duração</a:t>
            </a:r>
          </a:p>
          <a:p>
            <a:pPr marL="809625" indent="-342900">
              <a:buClr>
                <a:schemeClr val="accent1"/>
              </a:buClr>
              <a:buFont typeface="Wingdings" panose="05000000000000000000" pitchFamily="2" charset="2"/>
              <a:buChar char="§"/>
            </a:pPr>
            <a:r>
              <a:rPr lang="pt-BR" sz="2000" dirty="0">
                <a:solidFill>
                  <a:schemeClr val="accent1"/>
                </a:solidFill>
              </a:rPr>
              <a:t>necessária baixa latência ou de alto tráfego constante</a:t>
            </a:r>
          </a:p>
          <a:p>
            <a:pPr marL="809625" indent="-342900">
              <a:buClr>
                <a:schemeClr val="accent1"/>
              </a:buClr>
              <a:buFont typeface="Wingdings" panose="05000000000000000000" pitchFamily="2" charset="2"/>
              <a:buChar char="§"/>
            </a:pPr>
            <a:r>
              <a:rPr lang="pt-BR" sz="2000" dirty="0">
                <a:solidFill>
                  <a:schemeClr val="accent1"/>
                </a:solidFill>
              </a:rPr>
              <a:t>houver requisitos rigorosos de latência</a:t>
            </a:r>
          </a:p>
        </p:txBody>
      </p:sp>
      <p:pic>
        <p:nvPicPr>
          <p:cNvPr id="5" name="Imagem 4">
            <a:extLst>
              <a:ext uri="{FF2B5EF4-FFF2-40B4-BE49-F238E27FC236}">
                <a16:creationId xmlns:a16="http://schemas.microsoft.com/office/drawing/2014/main" id="{411F6B5A-B08B-B54E-B295-C25ABB630ADB}"/>
              </a:ext>
            </a:extLst>
          </p:cNvPr>
          <p:cNvPicPr>
            <a:picLocks noChangeAspect="1"/>
          </p:cNvPicPr>
          <p:nvPr/>
        </p:nvPicPr>
        <p:blipFill>
          <a:blip r:embed="rId2"/>
          <a:stretch>
            <a:fillRect/>
          </a:stretch>
        </p:blipFill>
        <p:spPr>
          <a:xfrm>
            <a:off x="11196320" y="102247"/>
            <a:ext cx="915585" cy="899088"/>
          </a:xfrm>
          <a:prstGeom prst="rect">
            <a:avLst/>
          </a:prstGeom>
        </p:spPr>
      </p:pic>
    </p:spTree>
    <p:extLst>
      <p:ext uri="{BB962C8B-B14F-4D97-AF65-F5344CB8AC3E}">
        <p14:creationId xmlns:p14="http://schemas.microsoft.com/office/powerpoint/2010/main" val="2477207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883F6-A8B9-7729-F8B3-6B8FE8A152F0}"/>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83697BF8-2473-58DE-11AE-8E18E377A2F0}"/>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FB63E80F-C9AE-48BD-79F7-E79194A807B5}"/>
              </a:ext>
            </a:extLst>
          </p:cNvPr>
          <p:cNvSpPr txBox="1"/>
          <p:nvPr/>
        </p:nvSpPr>
        <p:spPr>
          <a:xfrm>
            <a:off x="340360" y="995680"/>
            <a:ext cx="11506199" cy="5201424"/>
          </a:xfrm>
          <a:prstGeom prst="rect">
            <a:avLst/>
          </a:prstGeom>
          <a:noFill/>
        </p:spPr>
        <p:txBody>
          <a:bodyPr wrap="square" rtlCol="0">
            <a:spAutoFit/>
          </a:bodyPr>
          <a:lstStyle/>
          <a:p>
            <a:pPr marL="536575" indent="-536575">
              <a:buClr>
                <a:schemeClr val="accent1"/>
              </a:buClr>
              <a:buFont typeface="+mj-lt"/>
              <a:buAutoNum type="arabicPeriod" startAt="3"/>
            </a:pPr>
            <a:r>
              <a:rPr lang="pt-BR" sz="2400" b="1" dirty="0">
                <a:solidFill>
                  <a:schemeClr val="accent1"/>
                </a:solidFill>
              </a:rPr>
              <a:t>Arquitetura </a:t>
            </a:r>
            <a:r>
              <a:rPr lang="pt-BR" sz="2400" b="1" dirty="0" err="1">
                <a:solidFill>
                  <a:schemeClr val="accent1"/>
                </a:solidFill>
              </a:rPr>
              <a:t>Serverless</a:t>
            </a:r>
            <a:r>
              <a:rPr lang="pt-BR" b="1" dirty="0">
                <a:solidFill>
                  <a:schemeClr val="accent1"/>
                </a:solidFill>
              </a:rPr>
              <a:t> (cont.)</a:t>
            </a: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você paga apenas pelo tempo de execução</a:t>
            </a:r>
          </a:p>
          <a:p>
            <a:pPr marL="809625" indent="-361950">
              <a:buClr>
                <a:schemeClr val="accent1"/>
              </a:buClr>
              <a:buFont typeface="Wingdings" panose="05000000000000000000" pitchFamily="2" charset="2"/>
              <a:buChar char="§"/>
            </a:pPr>
            <a:r>
              <a:rPr lang="pt-BR" sz="2000" dirty="0">
                <a:solidFill>
                  <a:schemeClr val="accent1"/>
                </a:solidFill>
              </a:rPr>
              <a:t>capacidades de escalonamento automático, permitindo que seu software lide com picos de tráfego de forma fluida (ex.: promoções de Black Friday)</a:t>
            </a:r>
          </a:p>
          <a:p>
            <a:pPr marL="809625" indent="-361950">
              <a:buClr>
                <a:schemeClr val="accent1"/>
              </a:buClr>
              <a:buFont typeface="Wingdings" panose="05000000000000000000" pitchFamily="2" charset="2"/>
              <a:buChar char="§"/>
            </a:pPr>
            <a:r>
              <a:rPr lang="pt-BR" sz="2000" dirty="0">
                <a:solidFill>
                  <a:schemeClr val="accent1"/>
                </a:solidFill>
              </a:rPr>
              <a:t>não exige aplicação de patches em servidores nem planejamento de capacidade</a:t>
            </a:r>
          </a:p>
          <a:p>
            <a:pPr marL="809625" indent="-361950">
              <a:buClr>
                <a:schemeClr val="accent1"/>
              </a:buClr>
              <a:buFont typeface="Wingdings" panose="05000000000000000000" pitchFamily="2" charset="2"/>
              <a:buChar char="§"/>
            </a:pPr>
            <a:r>
              <a:rPr lang="pt-BR" sz="2000" dirty="0">
                <a:solidFill>
                  <a:schemeClr val="accent1"/>
                </a:solidFill>
              </a:rPr>
              <a:t>facilita a implantação de aplicações</a:t>
            </a:r>
          </a:p>
          <a:p>
            <a:pPr marL="809625" indent="-361950">
              <a:buClr>
                <a:schemeClr val="accent1"/>
              </a:buClr>
              <a:buFont typeface="Wingdings" panose="05000000000000000000" pitchFamily="2" charset="2"/>
              <a:buChar char="§"/>
            </a:pPr>
            <a:r>
              <a:rPr lang="pt-BR" sz="2000" dirty="0">
                <a:solidFill>
                  <a:schemeClr val="accent1"/>
                </a:solidFill>
              </a:rPr>
              <a:t>possui tolerância a falhas integrada, graças à conectividade com a nuvem</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inicialização a frio (</a:t>
            </a:r>
            <a:r>
              <a:rPr lang="pt-BR" sz="2000" b="1" dirty="0">
                <a:solidFill>
                  <a:schemeClr val="accent1"/>
                </a:solidFill>
              </a:rPr>
              <a:t>cold start</a:t>
            </a:r>
            <a:r>
              <a:rPr lang="pt-BR" sz="2000" dirty="0">
                <a:solidFill>
                  <a:schemeClr val="accent1"/>
                </a:solidFill>
              </a:rPr>
              <a:t>) pode causar latência inicial (até 5 seg.) em funções inativas</a:t>
            </a:r>
          </a:p>
          <a:p>
            <a:pPr marL="809625" indent="-342900">
              <a:buClr>
                <a:schemeClr val="accent1"/>
              </a:buClr>
              <a:buFont typeface="Wingdings" panose="05000000000000000000" pitchFamily="2" charset="2"/>
              <a:buChar char="§"/>
            </a:pPr>
            <a:r>
              <a:rPr lang="pt-BR" sz="2000" dirty="0">
                <a:solidFill>
                  <a:schemeClr val="accent1"/>
                </a:solidFill>
              </a:rPr>
              <a:t>alta probabilidade de dependência exclusiva de fornecedor (</a:t>
            </a:r>
            <a:r>
              <a:rPr lang="pt-BR" sz="2000" b="1" dirty="0" err="1">
                <a:solidFill>
                  <a:srgbClr val="FF0000"/>
                </a:solidFill>
              </a:rPr>
              <a:t>vendor</a:t>
            </a:r>
            <a:r>
              <a:rPr lang="pt-BR" sz="2000" b="1" dirty="0">
                <a:solidFill>
                  <a:srgbClr val="FF0000"/>
                </a:solidFill>
              </a:rPr>
              <a:t> </a:t>
            </a:r>
            <a:r>
              <a:rPr lang="pt-BR" sz="2000" b="1" dirty="0" err="1">
                <a:solidFill>
                  <a:srgbClr val="FF0000"/>
                </a:solidFill>
              </a:rPr>
              <a:t>lock</a:t>
            </a:r>
            <a:r>
              <a:rPr lang="pt-BR" sz="2000" b="1" dirty="0">
                <a:solidFill>
                  <a:srgbClr val="FF0000"/>
                </a:solidFill>
              </a:rPr>
              <a:t>-in</a:t>
            </a:r>
            <a:r>
              <a:rPr lang="pt-BR" sz="2000" dirty="0">
                <a:solidFill>
                  <a:schemeClr val="accent1"/>
                </a:solidFill>
              </a:rPr>
              <a:t>) devido à complexidade da migração entre </a:t>
            </a:r>
            <a:r>
              <a:rPr lang="pt-BR" sz="2000" b="1" dirty="0">
                <a:solidFill>
                  <a:schemeClr val="accent1"/>
                </a:solidFill>
              </a:rPr>
              <a:t>AWS</a:t>
            </a:r>
            <a:r>
              <a:rPr lang="pt-BR" sz="2000" dirty="0">
                <a:solidFill>
                  <a:schemeClr val="accent1"/>
                </a:solidFill>
              </a:rPr>
              <a:t>, </a:t>
            </a:r>
            <a:r>
              <a:rPr lang="pt-BR" sz="2000" b="1" dirty="0">
                <a:solidFill>
                  <a:schemeClr val="accent1"/>
                </a:solidFill>
              </a:rPr>
              <a:t>Azure</a:t>
            </a:r>
            <a:r>
              <a:rPr lang="pt-BR" sz="2000" dirty="0">
                <a:solidFill>
                  <a:schemeClr val="accent1"/>
                </a:solidFill>
              </a:rPr>
              <a:t> e </a:t>
            </a:r>
            <a:r>
              <a:rPr lang="pt-BR" sz="2000" b="1" dirty="0">
                <a:solidFill>
                  <a:schemeClr val="accent1"/>
                </a:solidFill>
              </a:rPr>
              <a:t>GCP</a:t>
            </a:r>
            <a:endParaRPr lang="pt-BR" sz="2000" dirty="0">
              <a:solidFill>
                <a:schemeClr val="accent1"/>
              </a:solidFill>
            </a:endParaRPr>
          </a:p>
          <a:p>
            <a:pPr marL="809625" indent="-342900">
              <a:buClr>
                <a:schemeClr val="accent1"/>
              </a:buClr>
              <a:buFont typeface="Wingdings" panose="05000000000000000000" pitchFamily="2" charset="2"/>
              <a:buChar char="§"/>
            </a:pPr>
            <a:r>
              <a:rPr lang="pt-BR" sz="2000" dirty="0">
                <a:solidFill>
                  <a:schemeClr val="accent1"/>
                </a:solidFill>
              </a:rPr>
              <a:t>complexidade na depuração (</a:t>
            </a:r>
            <a:r>
              <a:rPr lang="pt-BR" sz="2000" b="1" dirty="0" err="1">
                <a:solidFill>
                  <a:schemeClr val="accent1"/>
                </a:solidFill>
              </a:rPr>
              <a:t>debugging</a:t>
            </a:r>
            <a:r>
              <a:rPr lang="pt-BR" sz="2000" dirty="0">
                <a:solidFill>
                  <a:schemeClr val="accent1"/>
                </a:solidFill>
              </a:rPr>
              <a:t>) decorrente da necessidade de rastreamento distribuído para microsserviços</a:t>
            </a:r>
          </a:p>
          <a:p>
            <a:pPr marL="809625" indent="-342900">
              <a:buClr>
                <a:schemeClr val="accent1"/>
              </a:buClr>
              <a:buFont typeface="Wingdings" panose="05000000000000000000" pitchFamily="2" charset="2"/>
              <a:buChar char="§"/>
            </a:pPr>
            <a:r>
              <a:rPr lang="pt-BR" sz="2000" dirty="0">
                <a:solidFill>
                  <a:schemeClr val="accent1"/>
                </a:solidFill>
              </a:rPr>
              <a:t>pode custar mais em escala, pois volumes elevados de chamadas podem superar os custos de máquinas virtuais (</a:t>
            </a:r>
            <a:r>
              <a:rPr lang="pt-BR" sz="2000" dirty="0" err="1">
                <a:solidFill>
                  <a:schemeClr val="accent1"/>
                </a:solidFill>
              </a:rPr>
              <a:t>VM’s</a:t>
            </a:r>
            <a:r>
              <a:rPr lang="pt-BR" sz="2000" dirty="0">
                <a:solidFill>
                  <a:schemeClr val="accent1"/>
                </a:solidFill>
              </a:rPr>
              <a:t>)</a:t>
            </a:r>
          </a:p>
        </p:txBody>
      </p:sp>
      <p:pic>
        <p:nvPicPr>
          <p:cNvPr id="5" name="Imagem 4">
            <a:extLst>
              <a:ext uri="{FF2B5EF4-FFF2-40B4-BE49-F238E27FC236}">
                <a16:creationId xmlns:a16="http://schemas.microsoft.com/office/drawing/2014/main" id="{69211B26-8C55-3BDF-B37E-1515C6825318}"/>
              </a:ext>
            </a:extLst>
          </p:cNvPr>
          <p:cNvPicPr>
            <a:picLocks noChangeAspect="1"/>
          </p:cNvPicPr>
          <p:nvPr/>
        </p:nvPicPr>
        <p:blipFill>
          <a:blip r:embed="rId3"/>
          <a:stretch>
            <a:fillRect/>
          </a:stretch>
        </p:blipFill>
        <p:spPr>
          <a:xfrm>
            <a:off x="11196320" y="102247"/>
            <a:ext cx="915585" cy="899088"/>
          </a:xfrm>
          <a:prstGeom prst="rect">
            <a:avLst/>
          </a:prstGeom>
        </p:spPr>
      </p:pic>
    </p:spTree>
    <p:extLst>
      <p:ext uri="{BB962C8B-B14F-4D97-AF65-F5344CB8AC3E}">
        <p14:creationId xmlns:p14="http://schemas.microsoft.com/office/powerpoint/2010/main" val="2368681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0BD42-C1B5-A873-598E-253D94AC8EC6}"/>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FB2CABD0-12FF-11BE-71B8-6678FBD41E19}"/>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E6539FFD-D4A1-6F6E-4CF6-2FCEBD24135A}"/>
              </a:ext>
            </a:extLst>
          </p:cNvPr>
          <p:cNvSpPr txBox="1"/>
          <p:nvPr/>
        </p:nvSpPr>
        <p:spPr>
          <a:xfrm>
            <a:off x="340360" y="995680"/>
            <a:ext cx="11506199" cy="2062103"/>
          </a:xfrm>
          <a:prstGeom prst="rect">
            <a:avLst/>
          </a:prstGeom>
          <a:noFill/>
        </p:spPr>
        <p:txBody>
          <a:bodyPr wrap="square" rtlCol="0">
            <a:spAutoFit/>
          </a:bodyPr>
          <a:lstStyle/>
          <a:p>
            <a:pPr marL="536575" indent="-536575">
              <a:buClr>
                <a:schemeClr val="accent1"/>
              </a:buClr>
              <a:buFont typeface="+mj-lt"/>
              <a:buAutoNum type="arabicPeriod" startAt="3"/>
            </a:pPr>
            <a:r>
              <a:rPr lang="pt-BR" sz="2400" b="1" dirty="0">
                <a:solidFill>
                  <a:schemeClr val="accent1"/>
                </a:solidFill>
              </a:rPr>
              <a:t>Arquitetura </a:t>
            </a:r>
            <a:r>
              <a:rPr lang="pt-BR" sz="2400" b="1" dirty="0" err="1">
                <a:solidFill>
                  <a:schemeClr val="accent1"/>
                </a:solidFill>
              </a:rPr>
              <a:t>Serverless</a:t>
            </a:r>
            <a:r>
              <a:rPr lang="pt-BR" b="1" dirty="0">
                <a:solidFill>
                  <a:schemeClr val="accent1"/>
                </a:solidFill>
              </a:rPr>
              <a:t> (cont.)</a:t>
            </a:r>
          </a:p>
          <a:p>
            <a:pPr indent="355600">
              <a:buClr>
                <a:schemeClr val="accent1"/>
              </a:buClr>
            </a:pPr>
            <a:r>
              <a:rPr lang="pt-BR" sz="2400" dirty="0">
                <a:solidFill>
                  <a:schemeClr val="accent1"/>
                </a:solidFill>
              </a:rPr>
              <a:t>Exemplos reais de </a:t>
            </a:r>
            <a:r>
              <a:rPr lang="pt-BR" sz="2400" dirty="0" err="1">
                <a:solidFill>
                  <a:schemeClr val="accent1"/>
                </a:solidFill>
              </a:rPr>
              <a:t>de</a:t>
            </a:r>
            <a:r>
              <a:rPr lang="pt-BR" sz="2400" dirty="0">
                <a:solidFill>
                  <a:schemeClr val="accent1"/>
                </a:solidFill>
              </a:rPr>
              <a:t> implementação do padrão de arquitetura </a:t>
            </a:r>
            <a:r>
              <a:rPr lang="pt-BR" sz="2400" b="1" dirty="0" err="1">
                <a:solidFill>
                  <a:schemeClr val="accent1"/>
                </a:solidFill>
              </a:rPr>
              <a:t>Serverless</a:t>
            </a:r>
            <a:r>
              <a:rPr lang="pt-BR" sz="2400" dirty="0">
                <a:solidFill>
                  <a:schemeClr val="accent1"/>
                </a:solidFill>
              </a:rPr>
              <a:t>:</a:t>
            </a:r>
          </a:p>
          <a:p>
            <a:pPr marL="803275" indent="-355600">
              <a:buClr>
                <a:schemeClr val="accent1"/>
              </a:buClr>
              <a:buFont typeface="Wingdings" panose="05000000000000000000" pitchFamily="2" charset="2"/>
              <a:buChar char="§"/>
            </a:pPr>
            <a:r>
              <a:rPr lang="pt-BR" sz="2000" b="1" dirty="0">
                <a:solidFill>
                  <a:schemeClr val="accent1"/>
                </a:solidFill>
              </a:rPr>
              <a:t>Netflix</a:t>
            </a:r>
            <a:r>
              <a:rPr lang="pt-BR" sz="2000" dirty="0">
                <a:solidFill>
                  <a:schemeClr val="accent1"/>
                </a:solidFill>
              </a:rPr>
              <a:t>:  utiliza (principalmente </a:t>
            </a:r>
            <a:r>
              <a:rPr lang="pt-BR" sz="2000" b="1" dirty="0">
                <a:solidFill>
                  <a:schemeClr val="accent1"/>
                </a:solidFill>
              </a:rPr>
              <a:t>AWS Lambda</a:t>
            </a:r>
            <a:r>
              <a:rPr lang="pt-BR" sz="2000" dirty="0">
                <a:solidFill>
                  <a:schemeClr val="accent1"/>
                </a:solidFill>
              </a:rPr>
              <a:t>) para diversas tarefas, como codificação de vídeo, processamento de dados e gestão de backups</a:t>
            </a:r>
          </a:p>
          <a:p>
            <a:pPr marL="803275" indent="-355600">
              <a:buClr>
                <a:schemeClr val="accent1"/>
              </a:buClr>
              <a:buFont typeface="Wingdings" panose="05000000000000000000" pitchFamily="2" charset="2"/>
              <a:buChar char="§"/>
            </a:pPr>
            <a:r>
              <a:rPr lang="pt-BR" sz="2000" b="1" dirty="0">
                <a:solidFill>
                  <a:schemeClr val="accent1"/>
                </a:solidFill>
              </a:rPr>
              <a:t>Slack</a:t>
            </a:r>
            <a:r>
              <a:rPr lang="pt-BR" sz="2000" dirty="0">
                <a:solidFill>
                  <a:schemeClr val="accent1"/>
                </a:solidFill>
              </a:rPr>
              <a:t>: utiliza por meio de serviços da AWS, como Lambda, API Gateway e outros, na gestão de suas principais funcionalidades e integrações, visando maior escalabilidade.</a:t>
            </a:r>
          </a:p>
        </p:txBody>
      </p:sp>
      <p:pic>
        <p:nvPicPr>
          <p:cNvPr id="5" name="Imagem 4">
            <a:extLst>
              <a:ext uri="{FF2B5EF4-FFF2-40B4-BE49-F238E27FC236}">
                <a16:creationId xmlns:a16="http://schemas.microsoft.com/office/drawing/2014/main" id="{49B007F3-DE51-426E-F375-0E3CE35AD279}"/>
              </a:ext>
            </a:extLst>
          </p:cNvPr>
          <p:cNvPicPr>
            <a:picLocks noChangeAspect="1"/>
          </p:cNvPicPr>
          <p:nvPr/>
        </p:nvPicPr>
        <p:blipFill>
          <a:blip r:embed="rId3"/>
          <a:stretch>
            <a:fillRect/>
          </a:stretch>
        </p:blipFill>
        <p:spPr>
          <a:xfrm>
            <a:off x="11196320" y="102247"/>
            <a:ext cx="915585" cy="899088"/>
          </a:xfrm>
          <a:prstGeom prst="rect">
            <a:avLst/>
          </a:prstGeom>
        </p:spPr>
      </p:pic>
    </p:spTree>
    <p:extLst>
      <p:ext uri="{BB962C8B-B14F-4D97-AF65-F5344CB8AC3E}">
        <p14:creationId xmlns:p14="http://schemas.microsoft.com/office/powerpoint/2010/main" val="22270473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E7200-9FA5-3DD8-2EA3-451ECA969961}"/>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61FE534-8934-0A1B-313D-20F504DDC051}"/>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A0A6F581-C25A-7755-09C0-1A5E4174646F}"/>
              </a:ext>
            </a:extLst>
          </p:cNvPr>
          <p:cNvSpPr txBox="1"/>
          <p:nvPr/>
        </p:nvSpPr>
        <p:spPr>
          <a:xfrm>
            <a:off x="340361" y="995680"/>
            <a:ext cx="7906264" cy="2677656"/>
          </a:xfrm>
          <a:prstGeom prst="rect">
            <a:avLst/>
          </a:prstGeom>
          <a:noFill/>
        </p:spPr>
        <p:txBody>
          <a:bodyPr wrap="square" rtlCol="0">
            <a:spAutoFit/>
          </a:bodyPr>
          <a:lstStyle/>
          <a:p>
            <a:pPr marL="536575" indent="-536575">
              <a:buClr>
                <a:schemeClr val="accent1"/>
              </a:buClr>
              <a:buFont typeface="+mj-lt"/>
              <a:buAutoNum type="arabicPeriod" startAt="4"/>
            </a:pPr>
            <a:r>
              <a:rPr lang="pt-BR" sz="2400" b="1" dirty="0">
                <a:solidFill>
                  <a:schemeClr val="accent1"/>
                </a:solidFill>
              </a:rPr>
              <a:t>Arquitetura CQRS</a:t>
            </a:r>
          </a:p>
          <a:p>
            <a:pPr indent="355600">
              <a:buClr>
                <a:schemeClr val="accent1"/>
              </a:buClr>
            </a:pPr>
            <a:r>
              <a:rPr lang="pt-BR" sz="2400" b="1" dirty="0">
                <a:solidFill>
                  <a:schemeClr val="accent1"/>
                </a:solidFill>
              </a:rPr>
              <a:t>CQRS</a:t>
            </a:r>
            <a:r>
              <a:rPr lang="pt-BR" sz="2400" dirty="0">
                <a:solidFill>
                  <a:schemeClr val="accent1"/>
                </a:solidFill>
              </a:rPr>
              <a:t> significa </a:t>
            </a:r>
            <a:r>
              <a:rPr lang="pt-BR" sz="2400" b="1" dirty="0">
                <a:solidFill>
                  <a:schemeClr val="accent1"/>
                </a:solidFill>
              </a:rPr>
              <a:t>C</a:t>
            </a:r>
            <a:r>
              <a:rPr lang="pt-BR" sz="2400" dirty="0">
                <a:solidFill>
                  <a:schemeClr val="accent1"/>
                </a:solidFill>
              </a:rPr>
              <a:t>ommand </a:t>
            </a:r>
            <a:r>
              <a:rPr lang="pt-BR" sz="2400" b="1" dirty="0">
                <a:solidFill>
                  <a:schemeClr val="accent1"/>
                </a:solidFill>
              </a:rPr>
              <a:t>Q</a:t>
            </a:r>
            <a:r>
              <a:rPr lang="pt-BR" sz="2400" dirty="0">
                <a:solidFill>
                  <a:schemeClr val="accent1"/>
                </a:solidFill>
              </a:rPr>
              <a:t>uery </a:t>
            </a:r>
            <a:r>
              <a:rPr lang="pt-BR" sz="2400" b="1" dirty="0" err="1">
                <a:solidFill>
                  <a:schemeClr val="accent1"/>
                </a:solidFill>
              </a:rPr>
              <a:t>R</a:t>
            </a:r>
            <a:r>
              <a:rPr lang="pt-BR" sz="2400" dirty="0" err="1">
                <a:solidFill>
                  <a:schemeClr val="accent1"/>
                </a:solidFill>
              </a:rPr>
              <a:t>esponsibility</a:t>
            </a:r>
            <a:r>
              <a:rPr lang="pt-BR" sz="2400" dirty="0">
                <a:solidFill>
                  <a:schemeClr val="accent1"/>
                </a:solidFill>
              </a:rPr>
              <a:t> </a:t>
            </a:r>
            <a:r>
              <a:rPr lang="pt-BR" sz="2400" b="1" dirty="0" err="1">
                <a:solidFill>
                  <a:schemeClr val="accent1"/>
                </a:solidFill>
              </a:rPr>
              <a:t>S</a:t>
            </a:r>
            <a:r>
              <a:rPr lang="pt-BR" sz="2400" dirty="0" err="1">
                <a:solidFill>
                  <a:schemeClr val="accent1"/>
                </a:solidFill>
              </a:rPr>
              <a:t>egregation</a:t>
            </a:r>
            <a:r>
              <a:rPr lang="pt-BR" sz="2400" dirty="0">
                <a:solidFill>
                  <a:schemeClr val="accent1"/>
                </a:solidFill>
              </a:rPr>
              <a:t> (Segregação de Responsabilidade entre Comando e Consulta), padrão que separa principalmente as operações de leitura (</a:t>
            </a:r>
            <a:r>
              <a:rPr lang="pt-BR" sz="2400" b="1" dirty="0">
                <a:solidFill>
                  <a:schemeClr val="accent1"/>
                </a:solidFill>
              </a:rPr>
              <a:t>Consulta</a:t>
            </a:r>
            <a:r>
              <a:rPr lang="pt-BR" sz="2400" dirty="0">
                <a:solidFill>
                  <a:schemeClr val="accent1"/>
                </a:solidFill>
              </a:rPr>
              <a:t>) e escrita (</a:t>
            </a:r>
            <a:r>
              <a:rPr lang="pt-BR" sz="2400" b="1" dirty="0">
                <a:solidFill>
                  <a:schemeClr val="accent1"/>
                </a:solidFill>
              </a:rPr>
              <a:t>Comando</a:t>
            </a:r>
            <a:r>
              <a:rPr lang="pt-BR" sz="2400" dirty="0">
                <a:solidFill>
                  <a:schemeClr val="accent1"/>
                </a:solidFill>
              </a:rPr>
              <a:t>) em modelos distintos. Auxilia em otimizar o desempenho e escalabilidade de aplicações de uso intensivo de dados.</a:t>
            </a:r>
          </a:p>
        </p:txBody>
      </p:sp>
      <p:sp>
        <p:nvSpPr>
          <p:cNvPr id="10" name="CaixaDeTexto 9">
            <a:extLst>
              <a:ext uri="{FF2B5EF4-FFF2-40B4-BE49-F238E27FC236}">
                <a16:creationId xmlns:a16="http://schemas.microsoft.com/office/drawing/2014/main" id="{4664E398-7D19-60D8-9243-47CEF03F8247}"/>
              </a:ext>
            </a:extLst>
          </p:cNvPr>
          <p:cNvSpPr txBox="1"/>
          <p:nvPr/>
        </p:nvSpPr>
        <p:spPr>
          <a:xfrm>
            <a:off x="340362" y="3627120"/>
            <a:ext cx="11506200" cy="1569660"/>
          </a:xfrm>
          <a:prstGeom prst="rect">
            <a:avLst/>
          </a:prstGeom>
          <a:noFill/>
        </p:spPr>
        <p:txBody>
          <a:bodyPr wrap="square" rtlCol="0">
            <a:spAutoFit/>
          </a:bodyPr>
          <a:lstStyle/>
          <a:p>
            <a:pPr indent="355600">
              <a:buClr>
                <a:schemeClr val="accent1"/>
              </a:buClr>
            </a:pPr>
            <a:r>
              <a:rPr lang="pt-BR" sz="2400" dirty="0">
                <a:solidFill>
                  <a:schemeClr val="accent1"/>
                </a:solidFill>
              </a:rPr>
              <a:t>Tem havido um forte crescimento na demanda pelo uso da arquitetura </a:t>
            </a:r>
            <a:r>
              <a:rPr lang="pt-BR" sz="2400" b="1" dirty="0">
                <a:solidFill>
                  <a:schemeClr val="accent1"/>
                </a:solidFill>
              </a:rPr>
              <a:t>CQRS</a:t>
            </a:r>
            <a:r>
              <a:rPr lang="pt-BR" sz="2400" dirty="0">
                <a:solidFill>
                  <a:schemeClr val="accent1"/>
                </a:solidFill>
              </a:rPr>
              <a:t> em aplicações com uso intensivo de dados, uma vez que serviços de integração de IA e serviços de dados e análise se tornaram essenciais neste mundo digital de personalização.</a:t>
            </a:r>
          </a:p>
        </p:txBody>
      </p:sp>
      <p:pic>
        <p:nvPicPr>
          <p:cNvPr id="16" name="Imagem 15">
            <a:extLst>
              <a:ext uri="{FF2B5EF4-FFF2-40B4-BE49-F238E27FC236}">
                <a16:creationId xmlns:a16="http://schemas.microsoft.com/office/drawing/2014/main" id="{F2001B1B-1D35-6171-1F79-5D3DB80AE65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74858" y="1409998"/>
            <a:ext cx="3637740" cy="1938992"/>
          </a:xfrm>
          <a:prstGeom prst="rect">
            <a:avLst/>
          </a:prstGeom>
          <a:noFill/>
          <a:ln>
            <a:noFill/>
          </a:ln>
        </p:spPr>
      </p:pic>
      <p:pic>
        <p:nvPicPr>
          <p:cNvPr id="18" name="Imagem 17">
            <a:extLst>
              <a:ext uri="{FF2B5EF4-FFF2-40B4-BE49-F238E27FC236}">
                <a16:creationId xmlns:a16="http://schemas.microsoft.com/office/drawing/2014/main" id="{EA78704C-8C1D-DB8E-69A8-254A317EE641}"/>
              </a:ext>
            </a:extLst>
          </p:cNvPr>
          <p:cNvPicPr>
            <a:picLocks noChangeAspect="1"/>
          </p:cNvPicPr>
          <p:nvPr/>
        </p:nvPicPr>
        <p:blipFill>
          <a:blip r:embed="rId4"/>
          <a:stretch>
            <a:fillRect/>
          </a:stretch>
        </p:blipFill>
        <p:spPr>
          <a:xfrm>
            <a:off x="11196256" y="86360"/>
            <a:ext cx="914528" cy="914528"/>
          </a:xfrm>
          <a:prstGeom prst="rect">
            <a:avLst/>
          </a:prstGeom>
        </p:spPr>
      </p:pic>
    </p:spTree>
    <p:extLst>
      <p:ext uri="{BB962C8B-B14F-4D97-AF65-F5344CB8AC3E}">
        <p14:creationId xmlns:p14="http://schemas.microsoft.com/office/powerpoint/2010/main" val="2041111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2C59B-A683-CCB6-42AC-65A79D1EF212}"/>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E41195DB-1728-7B59-A67E-7475A3F66B95}"/>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032565DE-53C5-265D-338F-D6C88416D049}"/>
              </a:ext>
            </a:extLst>
          </p:cNvPr>
          <p:cNvSpPr txBox="1"/>
          <p:nvPr/>
        </p:nvSpPr>
        <p:spPr>
          <a:xfrm>
            <a:off x="340360" y="995680"/>
            <a:ext cx="11506199" cy="4585871"/>
          </a:xfrm>
          <a:prstGeom prst="rect">
            <a:avLst/>
          </a:prstGeom>
          <a:noFill/>
        </p:spPr>
        <p:txBody>
          <a:bodyPr wrap="square" rtlCol="0">
            <a:spAutoFit/>
          </a:bodyPr>
          <a:lstStyle/>
          <a:p>
            <a:pPr marL="536575" indent="-536575">
              <a:buClr>
                <a:schemeClr val="accent1"/>
              </a:buClr>
              <a:buFont typeface="+mj-lt"/>
              <a:buAutoNum type="arabicPeriod" startAt="4"/>
            </a:pPr>
            <a:r>
              <a:rPr lang="pt-BR" sz="2400" b="1" dirty="0">
                <a:solidFill>
                  <a:schemeClr val="accent1"/>
                </a:solidFill>
              </a:rPr>
              <a:t>Arquitetura CQRS</a:t>
            </a:r>
            <a:r>
              <a:rPr lang="pt-BR" b="1" dirty="0">
                <a:solidFill>
                  <a:schemeClr val="accent1"/>
                </a:solidFill>
              </a:rPr>
              <a:t> (cont.)</a:t>
            </a:r>
          </a:p>
          <a:p>
            <a:pPr indent="355600">
              <a:buClr>
                <a:schemeClr val="accent1"/>
              </a:buClr>
            </a:pPr>
            <a:r>
              <a:rPr lang="pt-BR" sz="2400" dirty="0">
                <a:solidFill>
                  <a:schemeClr val="accent1"/>
                </a:solidFill>
              </a:rPr>
              <a:t>Quando utilizar CQRS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sistemas com alta demanda de leitura (ex.: dashboards, ferramentas de relatório com 10x mais leituras do que escritas)</a:t>
            </a:r>
          </a:p>
          <a:p>
            <a:pPr marL="809625" indent="-342900">
              <a:buClr>
                <a:schemeClr val="accent1"/>
              </a:buClr>
              <a:buFont typeface="Wingdings" panose="05000000000000000000" pitchFamily="2" charset="2"/>
              <a:buChar char="§"/>
            </a:pPr>
            <a:r>
              <a:rPr lang="pt-BR" sz="2000" dirty="0">
                <a:solidFill>
                  <a:schemeClr val="accent1"/>
                </a:solidFill>
              </a:rPr>
              <a:t>domínios complexos onde operações de leitura e escrita exigem otimizações distintas (ex.: e-commerce: listagem de produtos versus processamento de pedidos)</a:t>
            </a:r>
          </a:p>
          <a:p>
            <a:pPr marL="809625" indent="-342900">
              <a:buClr>
                <a:schemeClr val="accent1"/>
              </a:buClr>
              <a:buFont typeface="Wingdings" panose="05000000000000000000" pitchFamily="2" charset="2"/>
              <a:buChar char="§"/>
            </a:pPr>
            <a:r>
              <a:rPr lang="pt-BR" sz="2000" dirty="0">
                <a:solidFill>
                  <a:schemeClr val="accent1"/>
                </a:solidFill>
              </a:rPr>
              <a:t>sistemas baseados em </a:t>
            </a:r>
            <a:r>
              <a:rPr lang="pt-BR" sz="2000" b="1" dirty="0">
                <a:solidFill>
                  <a:schemeClr val="accent1"/>
                </a:solidFill>
              </a:rPr>
              <a:t>Event </a:t>
            </a:r>
            <a:r>
              <a:rPr lang="pt-BR" sz="2000" b="1" dirty="0" err="1">
                <a:solidFill>
                  <a:schemeClr val="accent1"/>
                </a:solidFill>
              </a:rPr>
              <a:t>Sourcing</a:t>
            </a:r>
            <a:r>
              <a:rPr lang="pt-BR" sz="2000" dirty="0">
                <a:solidFill>
                  <a:schemeClr val="accent1"/>
                </a:solidFill>
              </a:rPr>
              <a:t> (combinados com Arquitetura Orientada a Eventos para trilhas de auditoria)</a:t>
            </a:r>
          </a:p>
          <a:p>
            <a:pPr marL="809625" indent="-342900">
              <a:buClr>
                <a:schemeClr val="accent1"/>
              </a:buClr>
              <a:buFont typeface="Wingdings" panose="05000000000000000000" pitchFamily="2" charset="2"/>
              <a:buChar char="§"/>
            </a:pPr>
            <a:r>
              <a:rPr lang="pt-BR" sz="2000" dirty="0">
                <a:solidFill>
                  <a:schemeClr val="accent1"/>
                </a:solidFill>
              </a:rPr>
              <a:t>equipes que necessitam de escalabilidade independente (ex.: escalar bancos de dados de leitura separadamente)</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aplicação for </a:t>
            </a:r>
            <a:r>
              <a:rPr lang="pt-BR" sz="2000" b="1" dirty="0">
                <a:solidFill>
                  <a:schemeClr val="accent1"/>
                </a:solidFill>
              </a:rPr>
              <a:t>CRUD</a:t>
            </a:r>
            <a:r>
              <a:rPr lang="pt-BR" sz="2000" dirty="0">
                <a:solidFill>
                  <a:schemeClr val="accent1"/>
                </a:solidFill>
              </a:rPr>
              <a:t> simples (ex.: solução básica de </a:t>
            </a:r>
            <a:r>
              <a:rPr lang="pt-BR" sz="2000" b="1" dirty="0">
                <a:solidFill>
                  <a:schemeClr val="accent1"/>
                </a:solidFill>
              </a:rPr>
              <a:t>CMS</a:t>
            </a:r>
            <a:r>
              <a:rPr lang="pt-BR" sz="2000" dirty="0">
                <a:solidFill>
                  <a:schemeClr val="accent1"/>
                </a:solidFill>
              </a:rPr>
              <a:t> com volumes equivalentes R/W</a:t>
            </a:r>
          </a:p>
          <a:p>
            <a:pPr marL="809625" indent="-342900">
              <a:buClr>
                <a:schemeClr val="accent1"/>
              </a:buClr>
              <a:buFont typeface="Wingdings" panose="05000000000000000000" pitchFamily="2" charset="2"/>
              <a:buChar char="§"/>
            </a:pPr>
            <a:r>
              <a:rPr lang="pt-BR" sz="2000" dirty="0">
                <a:solidFill>
                  <a:schemeClr val="accent1"/>
                </a:solidFill>
              </a:rPr>
              <a:t>exigência de consistência forte (ex.: transações bancárias, nas quais o saldo deve refletir o valor exato instantaneamente)</a:t>
            </a:r>
          </a:p>
        </p:txBody>
      </p:sp>
      <p:pic>
        <p:nvPicPr>
          <p:cNvPr id="18" name="Imagem 17">
            <a:extLst>
              <a:ext uri="{FF2B5EF4-FFF2-40B4-BE49-F238E27FC236}">
                <a16:creationId xmlns:a16="http://schemas.microsoft.com/office/drawing/2014/main" id="{F1586598-DB10-5E09-213F-D0E0FBA0F33C}"/>
              </a:ext>
            </a:extLst>
          </p:cNvPr>
          <p:cNvPicPr>
            <a:picLocks noChangeAspect="1"/>
          </p:cNvPicPr>
          <p:nvPr/>
        </p:nvPicPr>
        <p:blipFill>
          <a:blip r:embed="rId3"/>
          <a:stretch>
            <a:fillRect/>
          </a:stretch>
        </p:blipFill>
        <p:spPr>
          <a:xfrm>
            <a:off x="11196256" y="86360"/>
            <a:ext cx="914528" cy="914528"/>
          </a:xfrm>
          <a:prstGeom prst="rect">
            <a:avLst/>
          </a:prstGeom>
        </p:spPr>
      </p:pic>
    </p:spTree>
    <p:extLst>
      <p:ext uri="{BB962C8B-B14F-4D97-AF65-F5344CB8AC3E}">
        <p14:creationId xmlns:p14="http://schemas.microsoft.com/office/powerpoint/2010/main" val="8821474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9581D-70DC-8F5B-D125-5F51D1AB2864}"/>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582BB9E1-1441-8432-E850-3E30DF38A671}"/>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FE797ADA-1600-D023-23B7-748AB7BAABE7}"/>
              </a:ext>
            </a:extLst>
          </p:cNvPr>
          <p:cNvSpPr txBox="1"/>
          <p:nvPr/>
        </p:nvSpPr>
        <p:spPr>
          <a:xfrm>
            <a:off x="340360" y="995680"/>
            <a:ext cx="11506199" cy="4893647"/>
          </a:xfrm>
          <a:prstGeom prst="rect">
            <a:avLst/>
          </a:prstGeom>
          <a:noFill/>
        </p:spPr>
        <p:txBody>
          <a:bodyPr wrap="square" rtlCol="0">
            <a:spAutoFit/>
          </a:bodyPr>
          <a:lstStyle/>
          <a:p>
            <a:pPr marL="536575" indent="-536575">
              <a:buClr>
                <a:schemeClr val="accent1"/>
              </a:buClr>
              <a:buFont typeface="+mj-lt"/>
              <a:buAutoNum type="arabicPeriod" startAt="4"/>
            </a:pPr>
            <a:r>
              <a:rPr lang="pt-BR" sz="2400" b="1" dirty="0">
                <a:solidFill>
                  <a:schemeClr val="accent1"/>
                </a:solidFill>
              </a:rPr>
              <a:t>Arquitetura CQRS</a:t>
            </a:r>
            <a:r>
              <a:rPr lang="pt-BR" b="1" dirty="0">
                <a:solidFill>
                  <a:schemeClr val="accent1"/>
                </a:solidFill>
              </a:rPr>
              <a:t> (cont.)</a:t>
            </a: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desempenho otimizado, operações de leitura utilizam dados </a:t>
            </a:r>
            <a:r>
              <a:rPr lang="pt-BR" sz="2000" dirty="0" err="1">
                <a:solidFill>
                  <a:schemeClr val="accent1"/>
                </a:solidFill>
              </a:rPr>
              <a:t>desnormalizados</a:t>
            </a:r>
            <a:r>
              <a:rPr lang="pt-BR" sz="2000" dirty="0">
                <a:solidFill>
                  <a:schemeClr val="accent1"/>
                </a:solidFill>
              </a:rPr>
              <a:t> (consultas mais rápidas), enquanto as operações de escrita evitam </a:t>
            </a:r>
            <a:r>
              <a:rPr lang="pt-BR" sz="2000" b="1" dirty="0" err="1">
                <a:solidFill>
                  <a:schemeClr val="accent1"/>
                </a:solidFill>
              </a:rPr>
              <a:t>Joins</a:t>
            </a:r>
            <a:r>
              <a:rPr lang="pt-BR" sz="2000" dirty="0">
                <a:solidFill>
                  <a:schemeClr val="accent1"/>
                </a:solidFill>
              </a:rPr>
              <a:t> complexos</a:t>
            </a:r>
          </a:p>
          <a:p>
            <a:pPr marL="809625" indent="-361950">
              <a:buClr>
                <a:schemeClr val="accent1"/>
              </a:buClr>
              <a:buFont typeface="Wingdings" panose="05000000000000000000" pitchFamily="2" charset="2"/>
              <a:buChar char="§"/>
            </a:pPr>
            <a:r>
              <a:rPr lang="pt-BR" sz="2000" dirty="0">
                <a:solidFill>
                  <a:schemeClr val="accent1"/>
                </a:solidFill>
              </a:rPr>
              <a:t>possível realizar o escalonamento de forma independente (ex.: escalonando separadamente leitura - BD </a:t>
            </a:r>
            <a:r>
              <a:rPr lang="pt-BR" sz="2000" dirty="0" err="1">
                <a:solidFill>
                  <a:schemeClr val="accent1"/>
                </a:solidFill>
              </a:rPr>
              <a:t>NoSQL</a:t>
            </a:r>
            <a:r>
              <a:rPr lang="pt-BR" sz="2000" dirty="0">
                <a:solidFill>
                  <a:schemeClr val="accent1"/>
                </a:solidFill>
              </a:rPr>
              <a:t>, e escrita - BD SQL)</a:t>
            </a:r>
          </a:p>
          <a:p>
            <a:pPr marL="809625" indent="-361950">
              <a:buClr>
                <a:schemeClr val="accent1"/>
              </a:buClr>
              <a:buFont typeface="Wingdings" panose="05000000000000000000" pitchFamily="2" charset="2"/>
              <a:buChar char="§"/>
            </a:pPr>
            <a:r>
              <a:rPr lang="pt-BR" sz="2000" dirty="0">
                <a:solidFill>
                  <a:schemeClr val="accent1"/>
                </a:solidFill>
              </a:rPr>
              <a:t>flexibilidade vantajosa quando necessário tecnologias (guarda) diferentes para cada modelo</a:t>
            </a:r>
          </a:p>
          <a:p>
            <a:pPr marL="809625" indent="-361950">
              <a:buClr>
                <a:schemeClr val="accent1"/>
              </a:buClr>
              <a:buFont typeface="Wingdings" panose="05000000000000000000" pitchFamily="2" charset="2"/>
              <a:buChar char="§"/>
            </a:pPr>
            <a:r>
              <a:rPr lang="pt-BR" sz="2000" dirty="0">
                <a:solidFill>
                  <a:schemeClr val="accent1"/>
                </a:solidFill>
              </a:rPr>
              <a:t>paralelo dos processos é a maior vantagem, visto que </a:t>
            </a:r>
            <a:r>
              <a:rPr lang="pt-BR" sz="2000" b="1" dirty="0" err="1">
                <a:solidFill>
                  <a:schemeClr val="accent1"/>
                </a:solidFill>
              </a:rPr>
              <a:t>frontend</a:t>
            </a:r>
            <a:r>
              <a:rPr lang="pt-BR" sz="2000" dirty="0">
                <a:solidFill>
                  <a:schemeClr val="accent1"/>
                </a:solidFill>
              </a:rPr>
              <a:t> e </a:t>
            </a:r>
            <a:r>
              <a:rPr lang="pt-BR" sz="2000" b="1" dirty="0" err="1">
                <a:solidFill>
                  <a:schemeClr val="accent1"/>
                </a:solidFill>
              </a:rPr>
              <a:t>backend</a:t>
            </a:r>
            <a:r>
              <a:rPr lang="pt-BR" sz="2000" dirty="0">
                <a:solidFill>
                  <a:schemeClr val="accent1"/>
                </a:solidFill>
              </a:rPr>
              <a:t> podem atuar  independentemente ao utilizar essa arquitetura nos modelos de leitura e escrita</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complexidade devido ao modelo dual e à codificação (BD) duplicada, aumento do esforço de testes e depuração</a:t>
            </a:r>
          </a:p>
          <a:p>
            <a:pPr marL="809625" indent="-342900">
              <a:buClr>
                <a:schemeClr val="accent1"/>
              </a:buClr>
              <a:buFont typeface="Wingdings" panose="05000000000000000000" pitchFamily="2" charset="2"/>
              <a:buChar char="§"/>
            </a:pPr>
            <a:r>
              <a:rPr lang="pt-BR" sz="2000" dirty="0">
                <a:solidFill>
                  <a:schemeClr val="accent1"/>
                </a:solidFill>
              </a:rPr>
              <a:t>consistência eventual pode ser questionada, uma vez que os modelos de leitura podem ficar defasados ​​em relação às operações de escrita</a:t>
            </a:r>
          </a:p>
          <a:p>
            <a:pPr marL="809625" indent="-342900">
              <a:buClr>
                <a:schemeClr val="accent1"/>
              </a:buClr>
              <a:buFont typeface="Wingdings" panose="05000000000000000000" pitchFamily="2" charset="2"/>
              <a:buChar char="§"/>
            </a:pPr>
            <a:r>
              <a:rPr lang="pt-BR" sz="2000" dirty="0">
                <a:solidFill>
                  <a:schemeClr val="accent1"/>
                </a:solidFill>
              </a:rPr>
              <a:t>necessário </a:t>
            </a:r>
            <a:r>
              <a:rPr lang="pt-BR" sz="2000" b="1" dirty="0">
                <a:solidFill>
                  <a:schemeClr val="accent1"/>
                </a:solidFill>
              </a:rPr>
              <a:t>brokers</a:t>
            </a:r>
            <a:r>
              <a:rPr lang="pt-BR" sz="2000" dirty="0">
                <a:solidFill>
                  <a:schemeClr val="accent1"/>
                </a:solidFill>
              </a:rPr>
              <a:t> de mensagens (ex.: Kafka) para sincronizar modelos e reduzir a sobrecarga</a:t>
            </a:r>
          </a:p>
        </p:txBody>
      </p:sp>
      <p:pic>
        <p:nvPicPr>
          <p:cNvPr id="4" name="Imagem 3">
            <a:extLst>
              <a:ext uri="{FF2B5EF4-FFF2-40B4-BE49-F238E27FC236}">
                <a16:creationId xmlns:a16="http://schemas.microsoft.com/office/drawing/2014/main" id="{04DCF2FC-5FE7-3FE1-FF3A-03849F36015E}"/>
              </a:ext>
            </a:extLst>
          </p:cNvPr>
          <p:cNvPicPr>
            <a:picLocks noChangeAspect="1"/>
          </p:cNvPicPr>
          <p:nvPr/>
        </p:nvPicPr>
        <p:blipFill>
          <a:blip r:embed="rId3"/>
          <a:stretch>
            <a:fillRect/>
          </a:stretch>
        </p:blipFill>
        <p:spPr>
          <a:xfrm>
            <a:off x="11196256" y="86360"/>
            <a:ext cx="914528" cy="914528"/>
          </a:xfrm>
          <a:prstGeom prst="rect">
            <a:avLst/>
          </a:prstGeom>
        </p:spPr>
      </p:pic>
    </p:spTree>
    <p:extLst>
      <p:ext uri="{BB962C8B-B14F-4D97-AF65-F5344CB8AC3E}">
        <p14:creationId xmlns:p14="http://schemas.microsoft.com/office/powerpoint/2010/main" val="4381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1E1F5-9D80-1F08-F4A9-58A3BB88D9E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82255357-EB41-0CD5-AFEA-27E887D33EC0}"/>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5E383278-AF6A-10CE-3113-068F97708646}"/>
              </a:ext>
            </a:extLst>
          </p:cNvPr>
          <p:cNvSpPr txBox="1"/>
          <p:nvPr/>
        </p:nvSpPr>
        <p:spPr>
          <a:xfrm>
            <a:off x="340360" y="995680"/>
            <a:ext cx="11506199" cy="1138773"/>
          </a:xfrm>
          <a:prstGeom prst="rect">
            <a:avLst/>
          </a:prstGeom>
          <a:noFill/>
        </p:spPr>
        <p:txBody>
          <a:bodyPr wrap="square" rtlCol="0">
            <a:spAutoFit/>
          </a:bodyPr>
          <a:lstStyle/>
          <a:p>
            <a:pPr marL="536575" indent="-536575">
              <a:buClr>
                <a:schemeClr val="accent1"/>
              </a:buClr>
              <a:buFont typeface="+mj-lt"/>
              <a:buAutoNum type="arabicPeriod" startAt="4"/>
            </a:pPr>
            <a:r>
              <a:rPr lang="pt-BR" sz="2400" b="1" dirty="0">
                <a:solidFill>
                  <a:schemeClr val="accent1"/>
                </a:solidFill>
              </a:rPr>
              <a:t>Arquitetura CQRS</a:t>
            </a:r>
            <a:r>
              <a:rPr lang="pt-BR" b="1" dirty="0">
                <a:solidFill>
                  <a:schemeClr val="accent1"/>
                </a:solidFill>
              </a:rPr>
              <a:t> (cont.)</a:t>
            </a:r>
          </a:p>
          <a:p>
            <a:pPr indent="355600">
              <a:buClr>
                <a:schemeClr val="accent1"/>
              </a:buClr>
            </a:pPr>
            <a:r>
              <a:rPr lang="pt-BR" sz="2400" dirty="0">
                <a:solidFill>
                  <a:schemeClr val="accent1"/>
                </a:solidFill>
              </a:rPr>
              <a:t>Exemplo real de implementação do padrão de arquitetura </a:t>
            </a:r>
            <a:r>
              <a:rPr lang="pt-BR" sz="2400" b="1" dirty="0">
                <a:solidFill>
                  <a:schemeClr val="accent1"/>
                </a:solidFill>
              </a:rPr>
              <a:t>CQRS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b="1" dirty="0">
                <a:solidFill>
                  <a:schemeClr val="accent1"/>
                </a:solidFill>
              </a:rPr>
              <a:t>X</a:t>
            </a:r>
            <a:r>
              <a:rPr lang="pt-BR" sz="2000" dirty="0">
                <a:solidFill>
                  <a:schemeClr val="accent1"/>
                </a:solidFill>
              </a:rPr>
              <a:t> (</a:t>
            </a:r>
            <a:r>
              <a:rPr lang="pt-BR" sz="2000" dirty="0" err="1">
                <a:solidFill>
                  <a:schemeClr val="accent1"/>
                </a:solidFill>
              </a:rPr>
              <a:t>xTwitter</a:t>
            </a:r>
            <a:r>
              <a:rPr lang="pt-BR" sz="2000" dirty="0">
                <a:solidFill>
                  <a:schemeClr val="accent1"/>
                </a:solidFill>
              </a:rPr>
              <a:t>): utilização do padrão para melhorar a escalabilidade e a otimização da plataforma</a:t>
            </a:r>
          </a:p>
        </p:txBody>
      </p:sp>
      <p:pic>
        <p:nvPicPr>
          <p:cNvPr id="4" name="Imagem 3">
            <a:extLst>
              <a:ext uri="{FF2B5EF4-FFF2-40B4-BE49-F238E27FC236}">
                <a16:creationId xmlns:a16="http://schemas.microsoft.com/office/drawing/2014/main" id="{50F660DB-2BE8-0913-21DE-A28FDB1AA5B7}"/>
              </a:ext>
            </a:extLst>
          </p:cNvPr>
          <p:cNvPicPr>
            <a:picLocks noChangeAspect="1"/>
          </p:cNvPicPr>
          <p:nvPr/>
        </p:nvPicPr>
        <p:blipFill>
          <a:blip r:embed="rId3"/>
          <a:stretch>
            <a:fillRect/>
          </a:stretch>
        </p:blipFill>
        <p:spPr>
          <a:xfrm>
            <a:off x="11196256" y="86360"/>
            <a:ext cx="914528" cy="914528"/>
          </a:xfrm>
          <a:prstGeom prst="rect">
            <a:avLst/>
          </a:prstGeom>
        </p:spPr>
      </p:pic>
    </p:spTree>
    <p:extLst>
      <p:ext uri="{BB962C8B-B14F-4D97-AF65-F5344CB8AC3E}">
        <p14:creationId xmlns:p14="http://schemas.microsoft.com/office/powerpoint/2010/main" val="4214482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7AA37-4D9A-122B-0C3B-99F0C8F772FC}"/>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DCF74014-F299-7ED9-6F4C-D44F027C06DF}"/>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8881830E-F0D9-7B2E-51C5-CAD48393254C}"/>
              </a:ext>
            </a:extLst>
          </p:cNvPr>
          <p:cNvSpPr txBox="1"/>
          <p:nvPr/>
        </p:nvSpPr>
        <p:spPr>
          <a:xfrm>
            <a:off x="340361" y="995680"/>
            <a:ext cx="7906264" cy="2677656"/>
          </a:xfrm>
          <a:prstGeom prst="rect">
            <a:avLst/>
          </a:prstGeom>
          <a:noFill/>
        </p:spPr>
        <p:txBody>
          <a:bodyPr wrap="square" rtlCol="0">
            <a:spAutoFit/>
          </a:bodyPr>
          <a:lstStyle/>
          <a:p>
            <a:pPr marL="536575" indent="-536575">
              <a:buClr>
                <a:schemeClr val="accent1"/>
              </a:buClr>
              <a:buFont typeface="+mj-lt"/>
              <a:buAutoNum type="arabicPeriod" startAt="5"/>
            </a:pPr>
            <a:r>
              <a:rPr lang="pt-BR" sz="2400" b="1" dirty="0">
                <a:solidFill>
                  <a:schemeClr val="accent1"/>
                </a:solidFill>
              </a:rPr>
              <a:t>Arquitetura em Camadas</a:t>
            </a:r>
          </a:p>
          <a:p>
            <a:pPr indent="355600">
              <a:buClr>
                <a:schemeClr val="accent1"/>
              </a:buClr>
            </a:pPr>
            <a:r>
              <a:rPr lang="pt-BR" sz="2400" dirty="0">
                <a:solidFill>
                  <a:schemeClr val="accent1"/>
                </a:solidFill>
              </a:rPr>
              <a:t>Também conhecido como </a:t>
            </a:r>
            <a:r>
              <a:rPr lang="pt-BR" sz="2400" b="1" dirty="0">
                <a:solidFill>
                  <a:schemeClr val="accent1"/>
                </a:solidFill>
              </a:rPr>
              <a:t>Arquitetura em N Camadas</a:t>
            </a:r>
            <a:r>
              <a:rPr lang="pt-BR" sz="2400" dirty="0">
                <a:solidFill>
                  <a:schemeClr val="accent1"/>
                </a:solidFill>
              </a:rPr>
              <a:t> (</a:t>
            </a:r>
            <a:r>
              <a:rPr lang="pt-BR" sz="2400" b="1" dirty="0">
                <a:solidFill>
                  <a:schemeClr val="accent1"/>
                </a:solidFill>
              </a:rPr>
              <a:t>N-</a:t>
            </a:r>
            <a:r>
              <a:rPr lang="pt-BR" sz="2400" b="1" dirty="0" err="1">
                <a:solidFill>
                  <a:schemeClr val="accent1"/>
                </a:solidFill>
              </a:rPr>
              <a:t>tier</a:t>
            </a:r>
            <a:r>
              <a:rPr lang="pt-BR" sz="2400" dirty="0">
                <a:solidFill>
                  <a:schemeClr val="accent1"/>
                </a:solidFill>
              </a:rPr>
              <a:t>), muito popular entre designers e arquitetos de software. Destaca-se entre os principais padrões básicos, especialmente para aplicações </a:t>
            </a:r>
            <a:r>
              <a:rPr lang="pt-BR" sz="2400" b="1" dirty="0">
                <a:solidFill>
                  <a:schemeClr val="accent1"/>
                </a:solidFill>
              </a:rPr>
              <a:t>Java EE</a:t>
            </a:r>
            <a:r>
              <a:rPr lang="pt-BR" sz="2400" dirty="0">
                <a:solidFill>
                  <a:schemeClr val="accent1"/>
                </a:solidFill>
              </a:rPr>
              <a:t>. Vale ressaltar que é uma opção econômica para pequenas empresas, apresenta baixo custo inicial, e simples implementação.</a:t>
            </a:r>
          </a:p>
        </p:txBody>
      </p:sp>
      <p:sp>
        <p:nvSpPr>
          <p:cNvPr id="10" name="CaixaDeTexto 9">
            <a:extLst>
              <a:ext uri="{FF2B5EF4-FFF2-40B4-BE49-F238E27FC236}">
                <a16:creationId xmlns:a16="http://schemas.microsoft.com/office/drawing/2014/main" id="{E2EA0AB7-FCEF-7D84-9CC4-B0274CD83780}"/>
              </a:ext>
            </a:extLst>
          </p:cNvPr>
          <p:cNvSpPr txBox="1"/>
          <p:nvPr/>
        </p:nvSpPr>
        <p:spPr>
          <a:xfrm>
            <a:off x="340362" y="3627120"/>
            <a:ext cx="11506200" cy="1938992"/>
          </a:xfrm>
          <a:prstGeom prst="rect">
            <a:avLst/>
          </a:prstGeom>
          <a:noFill/>
        </p:spPr>
        <p:txBody>
          <a:bodyPr wrap="square" rtlCol="0">
            <a:spAutoFit/>
          </a:bodyPr>
          <a:lstStyle/>
          <a:p>
            <a:pPr indent="355600">
              <a:buClr>
                <a:schemeClr val="accent1"/>
              </a:buClr>
            </a:pPr>
            <a:r>
              <a:rPr lang="pt-BR" sz="2400" dirty="0">
                <a:solidFill>
                  <a:schemeClr val="accent1"/>
                </a:solidFill>
              </a:rPr>
              <a:t>Organiza o software em múltiplas camadas, cada uma responsável por um conjunto distinto de tarefas ou funcionalidades. À medida que uma camada é empilhada sobre as outras, ela se comunica com a camada situada imediatamente acima ou abaixo, o que contribui para promover a modularidade, a manutenibilidade e a separação de responsabilidades.</a:t>
            </a:r>
          </a:p>
        </p:txBody>
      </p:sp>
      <p:pic>
        <p:nvPicPr>
          <p:cNvPr id="2" name="Imagem 1">
            <a:extLst>
              <a:ext uri="{FF2B5EF4-FFF2-40B4-BE49-F238E27FC236}">
                <a16:creationId xmlns:a16="http://schemas.microsoft.com/office/drawing/2014/main" id="{7FE52EAC-046E-654B-05F1-A56C103442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30381" y="1026795"/>
            <a:ext cx="3326339" cy="2658729"/>
          </a:xfrm>
          <a:prstGeom prst="rect">
            <a:avLst/>
          </a:prstGeom>
          <a:noFill/>
          <a:ln>
            <a:noFill/>
          </a:ln>
        </p:spPr>
      </p:pic>
      <p:pic>
        <p:nvPicPr>
          <p:cNvPr id="5" name="Imagem 4">
            <a:extLst>
              <a:ext uri="{FF2B5EF4-FFF2-40B4-BE49-F238E27FC236}">
                <a16:creationId xmlns:a16="http://schemas.microsoft.com/office/drawing/2014/main" id="{5B417DAB-031D-6FB9-B108-F4FB11D4CDFA}"/>
              </a:ext>
            </a:extLst>
          </p:cNvPr>
          <p:cNvPicPr>
            <a:picLocks noChangeAspect="1"/>
          </p:cNvPicPr>
          <p:nvPr/>
        </p:nvPicPr>
        <p:blipFill>
          <a:blip r:embed="rId4"/>
          <a:stretch>
            <a:fillRect/>
          </a:stretch>
        </p:blipFill>
        <p:spPr>
          <a:xfrm>
            <a:off x="11206480" y="86300"/>
            <a:ext cx="894420" cy="894420"/>
          </a:xfrm>
          <a:prstGeom prst="rect">
            <a:avLst/>
          </a:prstGeom>
        </p:spPr>
      </p:pic>
    </p:spTree>
    <p:extLst>
      <p:ext uri="{BB962C8B-B14F-4D97-AF65-F5344CB8AC3E}">
        <p14:creationId xmlns:p14="http://schemas.microsoft.com/office/powerpoint/2010/main" val="477834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3AF33-B38B-50BC-C4A1-3B548394346C}"/>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51ECAF50-2CFE-3254-B71E-D953DA9D4871}"/>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F4F47C27-E725-7BB5-78BD-7B00EC3E550B}"/>
              </a:ext>
            </a:extLst>
          </p:cNvPr>
          <p:cNvSpPr txBox="1"/>
          <p:nvPr/>
        </p:nvSpPr>
        <p:spPr>
          <a:xfrm>
            <a:off x="340360" y="995680"/>
            <a:ext cx="7929879" cy="3908762"/>
          </a:xfrm>
          <a:prstGeom prst="rect">
            <a:avLst/>
          </a:prstGeom>
          <a:noFill/>
        </p:spPr>
        <p:txBody>
          <a:bodyPr wrap="square" rtlCol="0">
            <a:spAutoFit/>
          </a:bodyPr>
          <a:lstStyle/>
          <a:p>
            <a:pPr marL="536575" indent="-536575">
              <a:buClr>
                <a:schemeClr val="accent1"/>
              </a:buClr>
              <a:buFont typeface="+mj-lt"/>
              <a:buAutoNum type="arabicPeriod" startAt="5"/>
            </a:pPr>
            <a:r>
              <a:rPr lang="pt-BR" sz="2400" b="1" dirty="0">
                <a:solidFill>
                  <a:schemeClr val="accent1"/>
                </a:solidFill>
              </a:rPr>
              <a:t>Arquitetura em Camadas</a:t>
            </a:r>
            <a:r>
              <a:rPr lang="pt-BR" b="1" dirty="0">
                <a:solidFill>
                  <a:schemeClr val="accent1"/>
                </a:solidFill>
              </a:rPr>
              <a:t> (cont.)</a:t>
            </a:r>
          </a:p>
          <a:p>
            <a:pPr indent="355600">
              <a:buClr>
                <a:schemeClr val="accent1"/>
              </a:buClr>
            </a:pPr>
            <a:r>
              <a:rPr lang="pt-BR" sz="2400" dirty="0">
                <a:solidFill>
                  <a:schemeClr val="accent1"/>
                </a:solidFill>
              </a:rPr>
              <a:t>Arquitetura inclui as </a:t>
            </a:r>
            <a:r>
              <a:rPr lang="pt-BR" sz="2400" b="1" dirty="0">
                <a:solidFill>
                  <a:schemeClr val="accent1"/>
                </a:solidFill>
              </a:rPr>
              <a:t>Camadas</a:t>
            </a:r>
            <a:r>
              <a:rPr lang="pt-BR" sz="2400" dirty="0">
                <a:solidFill>
                  <a:schemeClr val="accent1"/>
                </a:solidFill>
              </a:rPr>
              <a:t> de:</a:t>
            </a:r>
          </a:p>
          <a:p>
            <a:pPr marL="809625" indent="-361950">
              <a:buClr>
                <a:schemeClr val="accent1"/>
              </a:buClr>
              <a:buFont typeface="Wingdings" panose="05000000000000000000" pitchFamily="2" charset="2"/>
              <a:buChar char="§"/>
            </a:pPr>
            <a:r>
              <a:rPr lang="pt-BR" sz="2000" b="1" dirty="0">
                <a:solidFill>
                  <a:schemeClr val="accent1"/>
                </a:solidFill>
              </a:rPr>
              <a:t>Apresentação</a:t>
            </a:r>
            <a:r>
              <a:rPr lang="pt-BR" sz="2000" dirty="0">
                <a:solidFill>
                  <a:schemeClr val="accent1"/>
                </a:solidFill>
              </a:rPr>
              <a:t>: onde usuários interagem com a interface e obtêm informações</a:t>
            </a:r>
          </a:p>
          <a:p>
            <a:pPr marL="809625" indent="-361950">
              <a:buClr>
                <a:schemeClr val="accent1"/>
              </a:buClr>
              <a:buFont typeface="Wingdings" panose="05000000000000000000" pitchFamily="2" charset="2"/>
              <a:buChar char="§"/>
            </a:pPr>
            <a:r>
              <a:rPr lang="pt-BR" sz="2000" b="1" dirty="0">
                <a:solidFill>
                  <a:schemeClr val="accent1"/>
                </a:solidFill>
              </a:rPr>
              <a:t>Negócios</a:t>
            </a:r>
            <a:r>
              <a:rPr lang="pt-BR" sz="2000" dirty="0">
                <a:solidFill>
                  <a:schemeClr val="accent1"/>
                </a:solidFill>
              </a:rPr>
              <a:t>: gerencia as operações, validações e lógicas em nível de negócio, responsável por executá-las mediante solicitação</a:t>
            </a:r>
          </a:p>
          <a:p>
            <a:pPr marL="809625" indent="-361950">
              <a:buClr>
                <a:schemeClr val="accent1"/>
              </a:buClr>
              <a:buFont typeface="Wingdings" panose="05000000000000000000" pitchFamily="2" charset="2"/>
              <a:buChar char="§"/>
            </a:pPr>
            <a:r>
              <a:rPr lang="pt-BR" sz="2000" b="1" dirty="0">
                <a:solidFill>
                  <a:schemeClr val="accent1"/>
                </a:solidFill>
              </a:rPr>
              <a:t>Persistência</a:t>
            </a:r>
            <a:r>
              <a:rPr lang="pt-BR" sz="2000" dirty="0">
                <a:solidFill>
                  <a:schemeClr val="accent1"/>
                </a:solidFill>
              </a:rPr>
              <a:t>: atua como intermediária entre a camada de </a:t>
            </a:r>
            <a:r>
              <a:rPr lang="pt-BR" sz="2000" b="1" dirty="0">
                <a:solidFill>
                  <a:schemeClr val="accent1"/>
                </a:solidFill>
              </a:rPr>
              <a:t>Negócios</a:t>
            </a:r>
            <a:r>
              <a:rPr lang="pt-BR" sz="2000" dirty="0">
                <a:solidFill>
                  <a:schemeClr val="accent1"/>
                </a:solidFill>
              </a:rPr>
              <a:t> e de </a:t>
            </a:r>
            <a:r>
              <a:rPr lang="pt-BR" sz="2000" b="1" dirty="0" err="1">
                <a:solidFill>
                  <a:schemeClr val="accent1"/>
                </a:solidFill>
              </a:rPr>
              <a:t>BD’s</a:t>
            </a:r>
            <a:r>
              <a:rPr lang="pt-BR" sz="2000" dirty="0">
                <a:solidFill>
                  <a:schemeClr val="accent1"/>
                </a:solidFill>
              </a:rPr>
              <a:t>, gerenciando operações como o mapeamento objeto-relacional</a:t>
            </a:r>
          </a:p>
          <a:p>
            <a:pPr marL="809625" indent="-361950">
              <a:buClr>
                <a:schemeClr val="accent1"/>
              </a:buClr>
              <a:buFont typeface="Wingdings" panose="05000000000000000000" pitchFamily="2" charset="2"/>
              <a:buChar char="§"/>
            </a:pPr>
            <a:r>
              <a:rPr lang="pt-BR" sz="2000" b="1" dirty="0">
                <a:solidFill>
                  <a:schemeClr val="accent1"/>
                </a:solidFill>
              </a:rPr>
              <a:t>Dados</a:t>
            </a:r>
            <a:r>
              <a:rPr lang="pt-BR" sz="2000" dirty="0">
                <a:solidFill>
                  <a:schemeClr val="accent1"/>
                </a:solidFill>
              </a:rPr>
              <a:t>: camada independente da aplicação e da lógica de negócios, responsável por gerenciar as operações com dados</a:t>
            </a:r>
          </a:p>
        </p:txBody>
      </p:sp>
      <p:pic>
        <p:nvPicPr>
          <p:cNvPr id="5" name="Imagem 4">
            <a:extLst>
              <a:ext uri="{FF2B5EF4-FFF2-40B4-BE49-F238E27FC236}">
                <a16:creationId xmlns:a16="http://schemas.microsoft.com/office/drawing/2014/main" id="{93597607-EF46-DBD0-4D4E-13A3EA34E81F}"/>
              </a:ext>
            </a:extLst>
          </p:cNvPr>
          <p:cNvPicPr>
            <a:picLocks noChangeAspect="1"/>
          </p:cNvPicPr>
          <p:nvPr/>
        </p:nvPicPr>
        <p:blipFill>
          <a:blip r:embed="rId3"/>
          <a:stretch>
            <a:fillRect/>
          </a:stretch>
        </p:blipFill>
        <p:spPr>
          <a:xfrm>
            <a:off x="11206480" y="86300"/>
            <a:ext cx="894420" cy="894420"/>
          </a:xfrm>
          <a:prstGeom prst="rect">
            <a:avLst/>
          </a:prstGeom>
        </p:spPr>
      </p:pic>
      <p:pic>
        <p:nvPicPr>
          <p:cNvPr id="6" name="Imagem 5">
            <a:extLst>
              <a:ext uri="{FF2B5EF4-FFF2-40B4-BE49-F238E27FC236}">
                <a16:creationId xmlns:a16="http://schemas.microsoft.com/office/drawing/2014/main" id="{50AAC9B8-A9E9-59A7-D523-CBAA4BF6249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046719" y="1812514"/>
            <a:ext cx="4054181" cy="3240491"/>
          </a:xfrm>
          <a:prstGeom prst="rect">
            <a:avLst/>
          </a:prstGeom>
          <a:noFill/>
          <a:ln>
            <a:noFill/>
          </a:ln>
        </p:spPr>
      </p:pic>
    </p:spTree>
    <p:extLst>
      <p:ext uri="{BB962C8B-B14F-4D97-AF65-F5344CB8AC3E}">
        <p14:creationId xmlns:p14="http://schemas.microsoft.com/office/powerpoint/2010/main" val="3010113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BA7FE-1350-C238-3379-2B9D3074DDED}"/>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7FB1717-B09F-BCEB-178B-0299ECA2A6F1}"/>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E2A818FF-81CB-7FBB-67E3-0287D6D850FE}"/>
              </a:ext>
            </a:extLst>
          </p:cNvPr>
          <p:cNvSpPr txBox="1"/>
          <p:nvPr/>
        </p:nvSpPr>
        <p:spPr>
          <a:xfrm>
            <a:off x="340360" y="995680"/>
            <a:ext cx="11506199" cy="3662541"/>
          </a:xfrm>
          <a:prstGeom prst="rect">
            <a:avLst/>
          </a:prstGeom>
          <a:noFill/>
        </p:spPr>
        <p:txBody>
          <a:bodyPr wrap="square" rtlCol="0">
            <a:spAutoFit/>
          </a:bodyPr>
          <a:lstStyle/>
          <a:p>
            <a:pPr marL="536575" indent="-536575">
              <a:buClr>
                <a:schemeClr val="accent1"/>
              </a:buClr>
              <a:buFont typeface="+mj-lt"/>
              <a:buAutoNum type="arabicPeriod" startAt="5"/>
            </a:pPr>
            <a:r>
              <a:rPr lang="pt-BR" sz="2400" b="1" dirty="0">
                <a:solidFill>
                  <a:schemeClr val="accent1"/>
                </a:solidFill>
              </a:rPr>
              <a:t>Arquitetura em Camadas</a:t>
            </a:r>
            <a:r>
              <a:rPr lang="pt-BR" b="1" dirty="0">
                <a:solidFill>
                  <a:schemeClr val="accent1"/>
                </a:solidFill>
              </a:rPr>
              <a:t> (cont.)</a:t>
            </a:r>
          </a:p>
          <a:p>
            <a:pPr indent="355600">
              <a:buClr>
                <a:schemeClr val="accent1"/>
              </a:buClr>
            </a:pPr>
            <a:r>
              <a:rPr lang="pt-BR" sz="2400" dirty="0">
                <a:solidFill>
                  <a:schemeClr val="accent1"/>
                </a:solidFill>
              </a:rPr>
              <a:t>Quando utilizar </a:t>
            </a:r>
            <a:r>
              <a:rPr lang="pt-BR" sz="2400" b="1" dirty="0">
                <a:solidFill>
                  <a:schemeClr val="accent1"/>
                </a:solidFill>
              </a:rPr>
              <a:t>N-</a:t>
            </a:r>
            <a:r>
              <a:rPr lang="pt-BR" sz="2400" b="1" dirty="0" err="1">
                <a:solidFill>
                  <a:schemeClr val="accent1"/>
                </a:solidFill>
              </a:rPr>
              <a:t>Tier</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aplicação de complexidade simples a média (ex.: ferramentas internas, CRUD básicos)</a:t>
            </a:r>
          </a:p>
          <a:p>
            <a:pPr marL="809625" indent="-342900">
              <a:buClr>
                <a:schemeClr val="accent1"/>
              </a:buClr>
              <a:buFont typeface="Wingdings" panose="05000000000000000000" pitchFamily="2" charset="2"/>
              <a:buChar char="§"/>
            </a:pPr>
            <a:r>
              <a:rPr lang="pt-BR" sz="2000" dirty="0">
                <a:solidFill>
                  <a:schemeClr val="accent1"/>
                </a:solidFill>
              </a:rPr>
              <a:t>equipes com clara separação de funções (ex.: </a:t>
            </a:r>
            <a:r>
              <a:rPr lang="pt-BR" sz="2000" dirty="0" err="1">
                <a:solidFill>
                  <a:schemeClr val="accent1"/>
                </a:solidFill>
              </a:rPr>
              <a:t>dev</a:t>
            </a:r>
            <a:r>
              <a:rPr lang="pt-BR" sz="2000" dirty="0">
                <a:solidFill>
                  <a:schemeClr val="accent1"/>
                </a:solidFill>
              </a:rPr>
              <a:t> front-</a:t>
            </a:r>
            <a:r>
              <a:rPr lang="pt-BR" sz="2000" dirty="0" err="1">
                <a:solidFill>
                  <a:schemeClr val="accent1"/>
                </a:solidFill>
              </a:rPr>
              <a:t>end</a:t>
            </a:r>
            <a:r>
              <a:rPr lang="pt-BR" sz="2000" dirty="0">
                <a:solidFill>
                  <a:schemeClr val="accent1"/>
                </a:solidFill>
              </a:rPr>
              <a:t> e </a:t>
            </a:r>
            <a:r>
              <a:rPr lang="pt-BR" sz="2000" dirty="0" err="1">
                <a:solidFill>
                  <a:schemeClr val="accent1"/>
                </a:solidFill>
              </a:rPr>
              <a:t>back-end</a:t>
            </a:r>
            <a:r>
              <a:rPr lang="pt-BR" sz="20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projetos com manutenção descomplicada - camadas bem definidas reduzem o “</a:t>
            </a:r>
            <a:r>
              <a:rPr lang="pt-BR" sz="2000" b="1" i="1" dirty="0">
                <a:solidFill>
                  <a:schemeClr val="accent1"/>
                </a:solidFill>
              </a:rPr>
              <a:t>código espaguete</a:t>
            </a:r>
            <a:r>
              <a:rPr lang="pt-BR" sz="2000" dirty="0">
                <a:solidFill>
                  <a:schemeClr val="accent1"/>
                </a:solidFill>
              </a:rPr>
              <a:t>” (código confuso, não estruturado e de difícil compreensão)</a:t>
            </a:r>
          </a:p>
          <a:p>
            <a:pPr marL="809625" indent="-342900">
              <a:buClr>
                <a:schemeClr val="accent1"/>
              </a:buClr>
              <a:buFont typeface="Wingdings" panose="05000000000000000000" pitchFamily="2" charset="2"/>
              <a:buChar char="§"/>
            </a:pPr>
            <a:r>
              <a:rPr lang="pt-BR" sz="2000" dirty="0">
                <a:solidFill>
                  <a:schemeClr val="accent1"/>
                </a:solidFill>
              </a:rPr>
              <a:t>fins educacionais (fácil de ensinar / aprender conceitos fundamentais)</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desenvolvimento de sistemas altamente escaláveis ​​ou de tempo real (nesse caso, </a:t>
            </a:r>
            <a:r>
              <a:rPr lang="pt-BR" sz="2000" b="1" dirty="0">
                <a:solidFill>
                  <a:schemeClr val="accent1"/>
                </a:solidFill>
              </a:rPr>
              <a:t>Microsserviços</a:t>
            </a:r>
            <a:r>
              <a:rPr lang="pt-BR" sz="2000" dirty="0">
                <a:solidFill>
                  <a:schemeClr val="accent1"/>
                </a:solidFill>
              </a:rPr>
              <a:t> funcionam melhor)</a:t>
            </a:r>
          </a:p>
          <a:p>
            <a:pPr marL="809625" indent="-342900">
              <a:buClr>
                <a:schemeClr val="accent1"/>
              </a:buClr>
              <a:buFont typeface="Wingdings" panose="05000000000000000000" pitchFamily="2" charset="2"/>
              <a:buChar char="§"/>
            </a:pPr>
            <a:r>
              <a:rPr lang="pt-BR" sz="2000" dirty="0">
                <a:solidFill>
                  <a:schemeClr val="accent1"/>
                </a:solidFill>
              </a:rPr>
              <a:t>necessária escalabilidade independente dos componentes (arquitetura gera forte acoplamento)</a:t>
            </a:r>
          </a:p>
        </p:txBody>
      </p:sp>
      <p:pic>
        <p:nvPicPr>
          <p:cNvPr id="4" name="Imagem 3">
            <a:extLst>
              <a:ext uri="{FF2B5EF4-FFF2-40B4-BE49-F238E27FC236}">
                <a16:creationId xmlns:a16="http://schemas.microsoft.com/office/drawing/2014/main" id="{F3E2B8EF-C25E-FFC7-7CE6-34A6F80D8CEC}"/>
              </a:ext>
            </a:extLst>
          </p:cNvPr>
          <p:cNvPicPr>
            <a:picLocks noChangeAspect="1"/>
          </p:cNvPicPr>
          <p:nvPr/>
        </p:nvPicPr>
        <p:blipFill>
          <a:blip r:embed="rId3"/>
          <a:stretch>
            <a:fillRect/>
          </a:stretch>
        </p:blipFill>
        <p:spPr>
          <a:xfrm>
            <a:off x="11206480" y="86300"/>
            <a:ext cx="894420" cy="894420"/>
          </a:xfrm>
          <a:prstGeom prst="rect">
            <a:avLst/>
          </a:prstGeom>
        </p:spPr>
      </p:pic>
    </p:spTree>
    <p:extLst>
      <p:ext uri="{BB962C8B-B14F-4D97-AF65-F5344CB8AC3E}">
        <p14:creationId xmlns:p14="http://schemas.microsoft.com/office/powerpoint/2010/main" val="296774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B2FE-4DEE-C071-7BDA-60790E4E560F}"/>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96117273-52F7-F3B9-E45B-1459AEF0978E}"/>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7B3154E1-1EF4-C95B-F971-6BA4E637A647}"/>
              </a:ext>
            </a:extLst>
          </p:cNvPr>
          <p:cNvSpPr txBox="1"/>
          <p:nvPr/>
        </p:nvSpPr>
        <p:spPr>
          <a:xfrm>
            <a:off x="340360" y="995680"/>
            <a:ext cx="11506199" cy="3970318"/>
          </a:xfrm>
          <a:prstGeom prst="rect">
            <a:avLst/>
          </a:prstGeom>
          <a:noFill/>
        </p:spPr>
        <p:txBody>
          <a:bodyPr wrap="square" rtlCol="0">
            <a:spAutoFit/>
          </a:bodyPr>
          <a:lstStyle/>
          <a:p>
            <a:pPr marL="536575" indent="-536575">
              <a:buClr>
                <a:schemeClr val="accent1"/>
              </a:buClr>
              <a:buFont typeface="+mj-lt"/>
              <a:buAutoNum type="arabicPeriod" startAt="5"/>
            </a:pPr>
            <a:r>
              <a:rPr lang="pt-BR" sz="2400" b="1" dirty="0">
                <a:solidFill>
                  <a:schemeClr val="accent1"/>
                </a:solidFill>
              </a:rPr>
              <a:t>Arquitetura em Camadas</a:t>
            </a:r>
            <a:r>
              <a:rPr lang="pt-BR" b="1" dirty="0">
                <a:solidFill>
                  <a:schemeClr val="accent1"/>
                </a:solidFill>
              </a:rPr>
              <a:t> (cont.)</a:t>
            </a: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fácil de entender e implementar, ideal para iniciantes</a:t>
            </a:r>
          </a:p>
          <a:p>
            <a:pPr marL="809625" indent="-361950">
              <a:buClr>
                <a:schemeClr val="accent1"/>
              </a:buClr>
              <a:buFont typeface="Wingdings" panose="05000000000000000000" pitchFamily="2" charset="2"/>
              <a:buChar char="§"/>
            </a:pPr>
            <a:r>
              <a:rPr lang="pt-BR" sz="2000" dirty="0">
                <a:solidFill>
                  <a:schemeClr val="accent1"/>
                </a:solidFill>
              </a:rPr>
              <a:t>interface do usuário (</a:t>
            </a:r>
            <a:r>
              <a:rPr lang="pt-BR" sz="2000" b="1" dirty="0">
                <a:solidFill>
                  <a:schemeClr val="accent1"/>
                </a:solidFill>
              </a:rPr>
              <a:t>UI</a:t>
            </a:r>
            <a:r>
              <a:rPr lang="pt-BR" sz="2000" dirty="0">
                <a:solidFill>
                  <a:schemeClr val="accent1"/>
                </a:solidFill>
              </a:rPr>
              <a:t>), lógica de negócios e acesso a dados claramente separados</a:t>
            </a:r>
          </a:p>
          <a:p>
            <a:pPr marL="809625" indent="-361950">
              <a:buClr>
                <a:schemeClr val="accent1"/>
              </a:buClr>
              <a:buFont typeface="Wingdings" panose="05000000000000000000" pitchFamily="2" charset="2"/>
              <a:buChar char="§"/>
            </a:pPr>
            <a:r>
              <a:rPr lang="pt-BR" sz="2000" dirty="0">
                <a:solidFill>
                  <a:schemeClr val="accent1"/>
                </a:solidFill>
              </a:rPr>
              <a:t>camadas podem ser testadas de forma independente</a:t>
            </a:r>
          </a:p>
          <a:p>
            <a:pPr marL="809625" indent="-361950">
              <a:buClr>
                <a:schemeClr val="accent1"/>
              </a:buClr>
              <a:buFont typeface="Wingdings" panose="05000000000000000000" pitchFamily="2" charset="2"/>
              <a:buChar char="§"/>
            </a:pPr>
            <a:r>
              <a:rPr lang="pt-BR" sz="2000" dirty="0">
                <a:solidFill>
                  <a:schemeClr val="accent1"/>
                </a:solidFill>
              </a:rPr>
              <a:t>requisitos de infraestrutura mínimos em comparação com padrões distribuídos</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podem haver gargalos de desempenho já que cada solicitação precisa passar por todas as camadas, o que aumenta a latência</a:t>
            </a:r>
          </a:p>
          <a:p>
            <a:pPr marL="809625" indent="-342900">
              <a:buClr>
                <a:schemeClr val="accent1"/>
              </a:buClr>
              <a:buFont typeface="Wingdings" panose="05000000000000000000" pitchFamily="2" charset="2"/>
              <a:buChar char="§"/>
            </a:pPr>
            <a:r>
              <a:rPr lang="pt-BR" sz="2000" dirty="0">
                <a:solidFill>
                  <a:schemeClr val="accent1"/>
                </a:solidFill>
              </a:rPr>
              <a:t>podem haver limitações de escalabilidade, já que toda a aplicação precisa ser escalada</a:t>
            </a:r>
          </a:p>
          <a:p>
            <a:pPr marL="809625" indent="-342900">
              <a:buClr>
                <a:schemeClr val="accent1"/>
              </a:buClr>
              <a:buFont typeface="Wingdings" panose="05000000000000000000" pitchFamily="2" charset="2"/>
              <a:buChar char="§"/>
            </a:pPr>
            <a:r>
              <a:rPr lang="pt-BR" sz="2000" dirty="0">
                <a:solidFill>
                  <a:schemeClr val="accent1"/>
                </a:solidFill>
              </a:rPr>
              <a:t>acoplamento forte dificulta a atualização de uma camada sem afetar as outras</a:t>
            </a:r>
          </a:p>
          <a:p>
            <a:pPr marL="809625" indent="-342900">
              <a:buClr>
                <a:schemeClr val="accent1"/>
              </a:buClr>
              <a:buFont typeface="Wingdings" panose="05000000000000000000" pitchFamily="2" charset="2"/>
              <a:buChar char="§"/>
            </a:pPr>
            <a:r>
              <a:rPr lang="pt-BR" sz="2000" dirty="0">
                <a:solidFill>
                  <a:schemeClr val="accent1"/>
                </a:solidFill>
              </a:rPr>
              <a:t>com o tempo, a lógica de negócios frequentemente </a:t>
            </a:r>
            <a:r>
              <a:rPr lang="pt-BR" sz="2000" i="1" dirty="0">
                <a:solidFill>
                  <a:schemeClr val="accent1"/>
                </a:solidFill>
              </a:rPr>
              <a:t>“vaza”</a:t>
            </a:r>
            <a:r>
              <a:rPr lang="pt-BR" sz="2000" dirty="0">
                <a:solidFill>
                  <a:schemeClr val="accent1"/>
                </a:solidFill>
              </a:rPr>
              <a:t> entre as camadas.</a:t>
            </a:r>
          </a:p>
        </p:txBody>
      </p:sp>
      <p:pic>
        <p:nvPicPr>
          <p:cNvPr id="5" name="Imagem 4">
            <a:extLst>
              <a:ext uri="{FF2B5EF4-FFF2-40B4-BE49-F238E27FC236}">
                <a16:creationId xmlns:a16="http://schemas.microsoft.com/office/drawing/2014/main" id="{39BCCBCF-862D-852D-8C44-022FF3E22530}"/>
              </a:ext>
            </a:extLst>
          </p:cNvPr>
          <p:cNvPicPr>
            <a:picLocks noChangeAspect="1"/>
          </p:cNvPicPr>
          <p:nvPr/>
        </p:nvPicPr>
        <p:blipFill>
          <a:blip r:embed="rId3"/>
          <a:stretch>
            <a:fillRect/>
          </a:stretch>
        </p:blipFill>
        <p:spPr>
          <a:xfrm>
            <a:off x="11206480" y="86300"/>
            <a:ext cx="894420" cy="894420"/>
          </a:xfrm>
          <a:prstGeom prst="rect">
            <a:avLst/>
          </a:prstGeom>
        </p:spPr>
      </p:pic>
    </p:spTree>
    <p:extLst>
      <p:ext uri="{BB962C8B-B14F-4D97-AF65-F5344CB8AC3E}">
        <p14:creationId xmlns:p14="http://schemas.microsoft.com/office/powerpoint/2010/main" val="2687474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7D18E-0A46-3936-BF57-DE7EDC55CBC4}"/>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5ABE774F-2DC3-7982-1E99-E780D6BFF5A2}"/>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1F6B500A-5BB2-4875-C729-483FE641C021}"/>
              </a:ext>
            </a:extLst>
          </p:cNvPr>
          <p:cNvSpPr txBox="1"/>
          <p:nvPr/>
        </p:nvSpPr>
        <p:spPr>
          <a:xfrm>
            <a:off x="340360" y="995680"/>
            <a:ext cx="11506199" cy="2062103"/>
          </a:xfrm>
          <a:prstGeom prst="rect">
            <a:avLst/>
          </a:prstGeom>
          <a:noFill/>
        </p:spPr>
        <p:txBody>
          <a:bodyPr wrap="square" rtlCol="0">
            <a:spAutoFit/>
          </a:bodyPr>
          <a:lstStyle/>
          <a:p>
            <a:pPr marL="536575" indent="-536575">
              <a:buClr>
                <a:schemeClr val="accent1"/>
              </a:buClr>
              <a:buFont typeface="+mj-lt"/>
              <a:buAutoNum type="arabicPeriod" startAt="5"/>
            </a:pPr>
            <a:r>
              <a:rPr lang="pt-BR" sz="2400" b="1" dirty="0">
                <a:solidFill>
                  <a:schemeClr val="accent1"/>
                </a:solidFill>
              </a:rPr>
              <a:t>Arquitetura em Camadas</a:t>
            </a:r>
            <a:r>
              <a:rPr lang="pt-BR" b="1" dirty="0">
                <a:solidFill>
                  <a:schemeClr val="accent1"/>
                </a:solidFill>
              </a:rPr>
              <a:t> (cont.)</a:t>
            </a:r>
          </a:p>
          <a:p>
            <a:pPr indent="355600">
              <a:buClr>
                <a:schemeClr val="accent1"/>
              </a:buClr>
            </a:pPr>
            <a:r>
              <a:rPr lang="pt-BR" sz="2400" dirty="0">
                <a:solidFill>
                  <a:schemeClr val="accent1"/>
                </a:solidFill>
              </a:rPr>
              <a:t>Exemplo real de implementação do padrão de </a:t>
            </a:r>
            <a:r>
              <a:rPr lang="pt-BR" sz="2400" b="1" dirty="0">
                <a:solidFill>
                  <a:schemeClr val="accent1"/>
                </a:solidFill>
              </a:rPr>
              <a:t>Arquitetura em Camadas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b="1" dirty="0">
                <a:solidFill>
                  <a:schemeClr val="accent1"/>
                </a:solidFill>
              </a:rPr>
              <a:t>SAP</a:t>
            </a:r>
            <a:r>
              <a:rPr lang="pt-BR" sz="2000" dirty="0">
                <a:solidFill>
                  <a:schemeClr val="accent1"/>
                </a:solidFill>
              </a:rPr>
              <a:t>: estruturado em camadas (três níveis: apresentação, aplicação e banco de dados) para proporcionar maior flexibilidade, escalabilidade e facilidade de manutenção</a:t>
            </a:r>
          </a:p>
          <a:p>
            <a:pPr marL="809625" indent="-361950">
              <a:buClr>
                <a:schemeClr val="accent1"/>
              </a:buClr>
              <a:buFont typeface="Wingdings" panose="05000000000000000000" pitchFamily="2" charset="2"/>
              <a:buChar char="§"/>
            </a:pPr>
            <a:r>
              <a:rPr lang="pt-BR" sz="2000" b="1" dirty="0">
                <a:solidFill>
                  <a:schemeClr val="accent1"/>
                </a:solidFill>
              </a:rPr>
              <a:t>Apache </a:t>
            </a:r>
            <a:r>
              <a:rPr lang="pt-BR" sz="2000" b="1" dirty="0" err="1">
                <a:solidFill>
                  <a:schemeClr val="accent1"/>
                </a:solidFill>
              </a:rPr>
              <a:t>Struts</a:t>
            </a:r>
            <a:r>
              <a:rPr lang="pt-BR" sz="2000" dirty="0">
                <a:solidFill>
                  <a:schemeClr val="accent1"/>
                </a:solidFill>
              </a:rPr>
              <a:t>: utiliza um padrão de arquitetura em camadas (especificamente o </a:t>
            </a:r>
            <a:r>
              <a:rPr lang="pt-BR" sz="2000" b="1" dirty="0">
                <a:solidFill>
                  <a:schemeClr val="accent1"/>
                </a:solidFill>
              </a:rPr>
              <a:t>MVC</a:t>
            </a:r>
            <a:r>
              <a:rPr lang="pt-BR" sz="2000" dirty="0">
                <a:solidFill>
                  <a:schemeClr val="accent1"/>
                </a:solidFill>
              </a:rPr>
              <a:t> - </a:t>
            </a:r>
            <a:r>
              <a:rPr lang="pt-BR" sz="2000" b="1" dirty="0">
                <a:solidFill>
                  <a:schemeClr val="accent1"/>
                </a:solidFill>
              </a:rPr>
              <a:t>M</a:t>
            </a:r>
            <a:r>
              <a:rPr lang="pt-BR" sz="2000" dirty="0">
                <a:solidFill>
                  <a:schemeClr val="accent1"/>
                </a:solidFill>
              </a:rPr>
              <a:t>odel-</a:t>
            </a:r>
            <a:r>
              <a:rPr lang="pt-BR" sz="2000" b="1" dirty="0" err="1">
                <a:solidFill>
                  <a:schemeClr val="accent1"/>
                </a:solidFill>
              </a:rPr>
              <a:t>V</a:t>
            </a:r>
            <a:r>
              <a:rPr lang="pt-BR" sz="2000" dirty="0" err="1">
                <a:solidFill>
                  <a:schemeClr val="accent1"/>
                </a:solidFill>
              </a:rPr>
              <a:t>iew</a:t>
            </a:r>
            <a:r>
              <a:rPr lang="pt-BR" sz="2000" dirty="0">
                <a:solidFill>
                  <a:schemeClr val="accent1"/>
                </a:solidFill>
              </a:rPr>
              <a:t>-</a:t>
            </a:r>
            <a:r>
              <a:rPr lang="pt-BR" sz="2000" b="1" dirty="0" err="1">
                <a:solidFill>
                  <a:schemeClr val="accent1"/>
                </a:solidFill>
              </a:rPr>
              <a:t>C</a:t>
            </a:r>
            <a:r>
              <a:rPr lang="pt-BR" sz="2000" dirty="0" err="1">
                <a:solidFill>
                  <a:schemeClr val="accent1"/>
                </a:solidFill>
              </a:rPr>
              <a:t>ontroller</a:t>
            </a:r>
            <a:r>
              <a:rPr lang="pt-BR" sz="2000" dirty="0">
                <a:solidFill>
                  <a:schemeClr val="accent1"/>
                </a:solidFill>
              </a:rPr>
              <a:t>) para oferecer melhor manutenibilidade, testabilidade e extensibilidade</a:t>
            </a:r>
          </a:p>
        </p:txBody>
      </p:sp>
      <p:pic>
        <p:nvPicPr>
          <p:cNvPr id="5" name="Imagem 4">
            <a:extLst>
              <a:ext uri="{FF2B5EF4-FFF2-40B4-BE49-F238E27FC236}">
                <a16:creationId xmlns:a16="http://schemas.microsoft.com/office/drawing/2014/main" id="{B4767DDC-720E-51D8-259E-CB8E20A2881E}"/>
              </a:ext>
            </a:extLst>
          </p:cNvPr>
          <p:cNvPicPr>
            <a:picLocks noChangeAspect="1"/>
          </p:cNvPicPr>
          <p:nvPr/>
        </p:nvPicPr>
        <p:blipFill>
          <a:blip r:embed="rId3"/>
          <a:stretch>
            <a:fillRect/>
          </a:stretch>
        </p:blipFill>
        <p:spPr>
          <a:xfrm>
            <a:off x="11206480" y="86300"/>
            <a:ext cx="894420" cy="894420"/>
          </a:xfrm>
          <a:prstGeom prst="rect">
            <a:avLst/>
          </a:prstGeom>
        </p:spPr>
      </p:pic>
    </p:spTree>
    <p:extLst>
      <p:ext uri="{BB962C8B-B14F-4D97-AF65-F5344CB8AC3E}">
        <p14:creationId xmlns:p14="http://schemas.microsoft.com/office/powerpoint/2010/main" val="32790064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A987F-6BF6-E182-F4B7-FCCA644A54F1}"/>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878CDC5D-9861-6BC4-1E62-3BE46D151173}"/>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FD696562-0160-F885-6954-FED71BB47F02}"/>
              </a:ext>
            </a:extLst>
          </p:cNvPr>
          <p:cNvSpPr txBox="1"/>
          <p:nvPr/>
        </p:nvSpPr>
        <p:spPr>
          <a:xfrm>
            <a:off x="340361" y="995680"/>
            <a:ext cx="7906264" cy="2677656"/>
          </a:xfrm>
          <a:prstGeom prst="rect">
            <a:avLst/>
          </a:prstGeom>
          <a:noFill/>
        </p:spPr>
        <p:txBody>
          <a:bodyPr wrap="square" rtlCol="0">
            <a:spAutoFit/>
          </a:bodyPr>
          <a:lstStyle/>
          <a:p>
            <a:pPr marL="536575" indent="-536575">
              <a:buClr>
                <a:schemeClr val="accent1"/>
              </a:buClr>
              <a:buFont typeface="+mj-lt"/>
              <a:buAutoNum type="arabicPeriod" startAt="6"/>
            </a:pPr>
            <a:r>
              <a:rPr lang="pt-BR" sz="2400" b="1" dirty="0">
                <a:solidFill>
                  <a:schemeClr val="accent1"/>
                </a:solidFill>
              </a:rPr>
              <a:t>Arquitetura Hexagonal</a:t>
            </a:r>
          </a:p>
          <a:p>
            <a:pPr indent="355600">
              <a:buClr>
                <a:schemeClr val="accent1"/>
              </a:buClr>
            </a:pPr>
            <a:r>
              <a:rPr lang="pt-BR" sz="2400" dirty="0">
                <a:solidFill>
                  <a:schemeClr val="accent1"/>
                </a:solidFill>
              </a:rPr>
              <a:t>Também conhecida como padrão de </a:t>
            </a:r>
            <a:r>
              <a:rPr lang="pt-BR" sz="2400" b="1" dirty="0">
                <a:solidFill>
                  <a:schemeClr val="accent1"/>
                </a:solidFill>
              </a:rPr>
              <a:t>Portas e Adaptadores</a:t>
            </a:r>
            <a:r>
              <a:rPr lang="pt-BR" sz="2400" dirty="0">
                <a:solidFill>
                  <a:schemeClr val="accent1"/>
                </a:solidFill>
              </a:rPr>
              <a:t>, auxilia na criação de aplicações baseadas em componentes com baixo acoplamento. Graças a essa característica, aplicações operam de forma independente, sem depender de sistemas de armazenamento de dados, interfaces de usuário ou abordagens específicas de teste.</a:t>
            </a:r>
          </a:p>
        </p:txBody>
      </p:sp>
      <p:sp>
        <p:nvSpPr>
          <p:cNvPr id="10" name="CaixaDeTexto 9">
            <a:extLst>
              <a:ext uri="{FF2B5EF4-FFF2-40B4-BE49-F238E27FC236}">
                <a16:creationId xmlns:a16="http://schemas.microsoft.com/office/drawing/2014/main" id="{ABB8CDB1-242E-79AC-B272-03557351C400}"/>
              </a:ext>
            </a:extLst>
          </p:cNvPr>
          <p:cNvSpPr txBox="1"/>
          <p:nvPr/>
        </p:nvSpPr>
        <p:spPr>
          <a:xfrm>
            <a:off x="340362" y="3627120"/>
            <a:ext cx="11506200" cy="1200329"/>
          </a:xfrm>
          <a:prstGeom prst="rect">
            <a:avLst/>
          </a:prstGeom>
          <a:noFill/>
        </p:spPr>
        <p:txBody>
          <a:bodyPr wrap="square" rtlCol="0">
            <a:spAutoFit/>
          </a:bodyPr>
          <a:lstStyle/>
          <a:p>
            <a:pPr indent="355600">
              <a:buClr>
                <a:schemeClr val="accent1"/>
              </a:buClr>
            </a:pPr>
            <a:r>
              <a:rPr lang="pt-BR" sz="2400" dirty="0">
                <a:solidFill>
                  <a:schemeClr val="accent1"/>
                </a:solidFill>
              </a:rPr>
              <a:t>Por ser um exemplo de arquitetura limpa (</a:t>
            </a:r>
            <a:r>
              <a:rPr lang="pt-BR" sz="2400" b="1" dirty="0">
                <a:solidFill>
                  <a:schemeClr val="accent1"/>
                </a:solidFill>
              </a:rPr>
              <a:t>Clean </a:t>
            </a:r>
            <a:r>
              <a:rPr lang="pt-BR" sz="2400" b="1" dirty="0" err="1">
                <a:solidFill>
                  <a:schemeClr val="accent1"/>
                </a:solidFill>
              </a:rPr>
              <a:t>Architecture</a:t>
            </a:r>
            <a:r>
              <a:rPr lang="pt-BR" sz="2400" dirty="0">
                <a:solidFill>
                  <a:schemeClr val="accent1"/>
                </a:solidFill>
              </a:rPr>
              <a:t>), proporciona às empresas a flexibilidade de alterar suas pilhas tecnológicas ao longo do tempo com pouco ou nenhum impacto para o negócio, oferecendo confiabilidade a longo prazo.</a:t>
            </a:r>
          </a:p>
        </p:txBody>
      </p:sp>
      <p:pic>
        <p:nvPicPr>
          <p:cNvPr id="6" name="Imagem 5">
            <a:extLst>
              <a:ext uri="{FF2B5EF4-FFF2-40B4-BE49-F238E27FC236}">
                <a16:creationId xmlns:a16="http://schemas.microsoft.com/office/drawing/2014/main" id="{4944F655-9EFE-D823-2C1E-2A959ADB3694}"/>
              </a:ext>
            </a:extLst>
          </p:cNvPr>
          <p:cNvPicPr>
            <a:picLocks noChangeAspect="1"/>
          </p:cNvPicPr>
          <p:nvPr/>
        </p:nvPicPr>
        <p:blipFill>
          <a:blip r:embed="rId3"/>
          <a:stretch>
            <a:fillRect/>
          </a:stretch>
        </p:blipFill>
        <p:spPr>
          <a:xfrm>
            <a:off x="11239037" y="163186"/>
            <a:ext cx="849125" cy="746709"/>
          </a:xfrm>
          <a:prstGeom prst="rect">
            <a:avLst/>
          </a:prstGeom>
        </p:spPr>
      </p:pic>
      <p:pic>
        <p:nvPicPr>
          <p:cNvPr id="11" name="Imagem 10">
            <a:extLst>
              <a:ext uri="{FF2B5EF4-FFF2-40B4-BE49-F238E27FC236}">
                <a16:creationId xmlns:a16="http://schemas.microsoft.com/office/drawing/2014/main" id="{DCC1CA69-46D7-D5C0-54F9-5A74AEC61FAA}"/>
              </a:ext>
            </a:extLst>
          </p:cNvPr>
          <p:cNvPicPr>
            <a:picLocks noChangeAspect="1"/>
          </p:cNvPicPr>
          <p:nvPr/>
        </p:nvPicPr>
        <p:blipFill>
          <a:blip r:embed="rId4"/>
          <a:stretch>
            <a:fillRect/>
          </a:stretch>
        </p:blipFill>
        <p:spPr>
          <a:xfrm>
            <a:off x="8452171" y="1300480"/>
            <a:ext cx="3404552" cy="1934961"/>
          </a:xfrm>
          <a:prstGeom prst="rect">
            <a:avLst/>
          </a:prstGeom>
        </p:spPr>
      </p:pic>
    </p:spTree>
    <p:extLst>
      <p:ext uri="{BB962C8B-B14F-4D97-AF65-F5344CB8AC3E}">
        <p14:creationId xmlns:p14="http://schemas.microsoft.com/office/powerpoint/2010/main" val="528213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F53DA-7F01-0643-9479-92F6D12C991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2955B976-85F8-2C79-F6F1-88EE3A60B7D8}"/>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6C7A6C93-5A72-A32C-8F84-6363C1C25D25}"/>
              </a:ext>
            </a:extLst>
          </p:cNvPr>
          <p:cNvSpPr txBox="1"/>
          <p:nvPr/>
        </p:nvSpPr>
        <p:spPr>
          <a:xfrm>
            <a:off x="340361" y="995680"/>
            <a:ext cx="7208519" cy="3416320"/>
          </a:xfrm>
          <a:prstGeom prst="rect">
            <a:avLst/>
          </a:prstGeom>
          <a:noFill/>
        </p:spPr>
        <p:txBody>
          <a:bodyPr wrap="square" rtlCol="0">
            <a:spAutoFit/>
          </a:bodyPr>
          <a:lstStyle/>
          <a:p>
            <a:pPr marL="536575" indent="-536575">
              <a:buClr>
                <a:schemeClr val="accent1"/>
              </a:buClr>
              <a:buFont typeface="+mj-lt"/>
              <a:buAutoNum type="arabicPeriod" startAt="6"/>
            </a:pPr>
            <a:r>
              <a:rPr lang="pt-BR" sz="2400" b="1" dirty="0">
                <a:solidFill>
                  <a:schemeClr val="accent1"/>
                </a:solidFill>
              </a:rPr>
              <a:t>Arquitetura Hexagonal</a:t>
            </a:r>
            <a:r>
              <a:rPr lang="pt-BR" b="1" dirty="0">
                <a:solidFill>
                  <a:schemeClr val="accent1"/>
                </a:solidFill>
              </a:rPr>
              <a:t> (cont.)</a:t>
            </a:r>
          </a:p>
          <a:p>
            <a:pPr indent="355600">
              <a:buClr>
                <a:schemeClr val="accent1"/>
              </a:buClr>
            </a:pPr>
            <a:r>
              <a:rPr lang="pt-BR" sz="2400" dirty="0">
                <a:solidFill>
                  <a:schemeClr val="accent1"/>
                </a:solidFill>
              </a:rPr>
              <a:t>Componentes </a:t>
            </a:r>
            <a:r>
              <a:rPr lang="pt-BR" sz="2400" b="1" dirty="0">
                <a:solidFill>
                  <a:schemeClr val="accent1"/>
                </a:solidFill>
              </a:rPr>
              <a:t>Chave</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b="1" dirty="0">
                <a:solidFill>
                  <a:schemeClr val="accent1"/>
                </a:solidFill>
              </a:rPr>
              <a:t>Domínio</a:t>
            </a:r>
            <a:r>
              <a:rPr lang="pt-BR" sz="2000" dirty="0">
                <a:solidFill>
                  <a:schemeClr val="accent1"/>
                </a:solidFill>
              </a:rPr>
              <a:t> (Core): lógica de negócios e suas regras, sem dependências de sistemas externos</a:t>
            </a:r>
          </a:p>
          <a:p>
            <a:pPr marL="809625" indent="-342900">
              <a:buClr>
                <a:schemeClr val="accent1"/>
              </a:buClr>
              <a:buFont typeface="Wingdings" panose="05000000000000000000" pitchFamily="2" charset="2"/>
              <a:buChar char="§"/>
            </a:pPr>
            <a:r>
              <a:rPr lang="pt-BR" sz="2000" b="1" dirty="0">
                <a:solidFill>
                  <a:schemeClr val="accent1"/>
                </a:solidFill>
              </a:rPr>
              <a:t>Portas</a:t>
            </a:r>
            <a:r>
              <a:rPr lang="pt-BR" sz="2000" dirty="0">
                <a:solidFill>
                  <a:schemeClr val="accent1"/>
                </a:solidFill>
              </a:rPr>
              <a:t>: as de entrada (</a:t>
            </a:r>
            <a:r>
              <a:rPr lang="pt-BR" sz="2000" b="1" dirty="0" err="1">
                <a:solidFill>
                  <a:schemeClr val="accent1"/>
                </a:solidFill>
              </a:rPr>
              <a:t>Driving</a:t>
            </a:r>
            <a:r>
              <a:rPr lang="pt-BR" sz="2000" dirty="0">
                <a:solidFill>
                  <a:schemeClr val="accent1"/>
                </a:solidFill>
              </a:rPr>
              <a:t>) definem como os usuários interagem com o núcleo, as de saída (</a:t>
            </a:r>
            <a:r>
              <a:rPr lang="pt-BR" sz="2000" b="1" dirty="0" err="1">
                <a:solidFill>
                  <a:schemeClr val="accent1"/>
                </a:solidFill>
              </a:rPr>
              <a:t>Driven</a:t>
            </a:r>
            <a:r>
              <a:rPr lang="pt-BR" sz="2000" dirty="0">
                <a:solidFill>
                  <a:schemeClr val="accent1"/>
                </a:solidFill>
              </a:rPr>
              <a:t>) descrevem a interação com serviços externos</a:t>
            </a:r>
          </a:p>
          <a:p>
            <a:pPr marL="809625" indent="-342900">
              <a:buClr>
                <a:schemeClr val="accent1"/>
              </a:buClr>
              <a:buFont typeface="Wingdings" panose="05000000000000000000" pitchFamily="2" charset="2"/>
              <a:buChar char="§"/>
            </a:pPr>
            <a:r>
              <a:rPr lang="pt-BR" sz="2000" b="1" dirty="0">
                <a:solidFill>
                  <a:schemeClr val="accent1"/>
                </a:solidFill>
              </a:rPr>
              <a:t>Adaptadores</a:t>
            </a:r>
            <a:r>
              <a:rPr lang="pt-BR" sz="2000" dirty="0">
                <a:solidFill>
                  <a:schemeClr val="accent1"/>
                </a:solidFill>
              </a:rPr>
              <a:t>: os primários traduzem requisições HTTP em comandos compreensíveis pelo núcleo, enquanto os secundários implementam as portas de saída</a:t>
            </a:r>
          </a:p>
        </p:txBody>
      </p:sp>
      <p:pic>
        <p:nvPicPr>
          <p:cNvPr id="4" name="Imagem 3">
            <a:extLst>
              <a:ext uri="{FF2B5EF4-FFF2-40B4-BE49-F238E27FC236}">
                <a16:creationId xmlns:a16="http://schemas.microsoft.com/office/drawing/2014/main" id="{7E095A67-2D39-1D00-0E5C-4FF14E8B7DCD}"/>
              </a:ext>
            </a:extLst>
          </p:cNvPr>
          <p:cNvPicPr>
            <a:picLocks noChangeAspect="1"/>
          </p:cNvPicPr>
          <p:nvPr/>
        </p:nvPicPr>
        <p:blipFill>
          <a:blip r:embed="rId3"/>
          <a:stretch>
            <a:fillRect/>
          </a:stretch>
        </p:blipFill>
        <p:spPr>
          <a:xfrm>
            <a:off x="11239037" y="163186"/>
            <a:ext cx="849125" cy="746709"/>
          </a:xfrm>
          <a:prstGeom prst="rect">
            <a:avLst/>
          </a:prstGeom>
        </p:spPr>
      </p:pic>
      <p:pic>
        <p:nvPicPr>
          <p:cNvPr id="8" name="Imagem 7">
            <a:extLst>
              <a:ext uri="{FF2B5EF4-FFF2-40B4-BE49-F238E27FC236}">
                <a16:creationId xmlns:a16="http://schemas.microsoft.com/office/drawing/2014/main" id="{253F29F3-307B-0612-4AF2-A14BA4DCE439}"/>
              </a:ext>
            </a:extLst>
          </p:cNvPr>
          <p:cNvPicPr>
            <a:picLocks noChangeAspect="1"/>
          </p:cNvPicPr>
          <p:nvPr/>
        </p:nvPicPr>
        <p:blipFill>
          <a:blip r:embed="rId4"/>
          <a:stretch>
            <a:fillRect/>
          </a:stretch>
        </p:blipFill>
        <p:spPr>
          <a:xfrm>
            <a:off x="7544366" y="1584960"/>
            <a:ext cx="4564593" cy="2594265"/>
          </a:xfrm>
          <a:prstGeom prst="rect">
            <a:avLst/>
          </a:prstGeom>
        </p:spPr>
      </p:pic>
      <p:sp>
        <p:nvSpPr>
          <p:cNvPr id="10" name="CaixaDeTexto 9">
            <a:extLst>
              <a:ext uri="{FF2B5EF4-FFF2-40B4-BE49-F238E27FC236}">
                <a16:creationId xmlns:a16="http://schemas.microsoft.com/office/drawing/2014/main" id="{10D81105-CAD5-5E98-2D19-DD94D9858F37}"/>
              </a:ext>
            </a:extLst>
          </p:cNvPr>
          <p:cNvSpPr txBox="1"/>
          <p:nvPr/>
        </p:nvSpPr>
        <p:spPr>
          <a:xfrm>
            <a:off x="350522" y="4287520"/>
            <a:ext cx="11506200" cy="830997"/>
          </a:xfrm>
          <a:prstGeom prst="rect">
            <a:avLst/>
          </a:prstGeom>
          <a:noFill/>
        </p:spPr>
        <p:txBody>
          <a:bodyPr wrap="square" rtlCol="0">
            <a:spAutoFit/>
          </a:bodyPr>
          <a:lstStyle/>
          <a:p>
            <a:pPr indent="355600">
              <a:buClr>
                <a:schemeClr val="accent1"/>
              </a:buClr>
            </a:pPr>
            <a:r>
              <a:rPr lang="pt-BR" sz="2400" dirty="0">
                <a:solidFill>
                  <a:schemeClr val="accent1"/>
                </a:solidFill>
              </a:rPr>
              <a:t>Por isso, o padrão de arquitetura hexagonal vem ganhando força na criação de sistemas de fácil manutenção e testabilidade.</a:t>
            </a:r>
          </a:p>
        </p:txBody>
      </p:sp>
    </p:spTree>
    <p:extLst>
      <p:ext uri="{BB962C8B-B14F-4D97-AF65-F5344CB8AC3E}">
        <p14:creationId xmlns:p14="http://schemas.microsoft.com/office/powerpoint/2010/main" val="27806245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DF366-E7DF-D942-12FC-F7DAAC7147F3}"/>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8E55A40D-867B-B62F-A95F-F6C895519D93}"/>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F87C4039-73ED-EEAE-06A8-B7995CBA1485}"/>
              </a:ext>
            </a:extLst>
          </p:cNvPr>
          <p:cNvSpPr txBox="1"/>
          <p:nvPr/>
        </p:nvSpPr>
        <p:spPr>
          <a:xfrm>
            <a:off x="340360" y="995680"/>
            <a:ext cx="11506199" cy="3354765"/>
          </a:xfrm>
          <a:prstGeom prst="rect">
            <a:avLst/>
          </a:prstGeom>
          <a:noFill/>
        </p:spPr>
        <p:txBody>
          <a:bodyPr wrap="square" rtlCol="0">
            <a:spAutoFit/>
          </a:bodyPr>
          <a:lstStyle/>
          <a:p>
            <a:pPr marL="536575" indent="-536575">
              <a:buClr>
                <a:schemeClr val="accent1"/>
              </a:buClr>
              <a:buFont typeface="+mj-lt"/>
              <a:buAutoNum type="arabicPeriod" startAt="6"/>
            </a:pPr>
            <a:r>
              <a:rPr lang="pt-BR" sz="2400" b="1" dirty="0">
                <a:solidFill>
                  <a:schemeClr val="accent1"/>
                </a:solidFill>
              </a:rPr>
              <a:t>Arquitetura Hexagonal</a:t>
            </a:r>
            <a:r>
              <a:rPr lang="pt-BR" b="1" dirty="0">
                <a:solidFill>
                  <a:schemeClr val="accent1"/>
                </a:solidFill>
              </a:rPr>
              <a:t> (cont.)</a:t>
            </a:r>
          </a:p>
          <a:p>
            <a:pPr indent="355600">
              <a:buClr>
                <a:schemeClr val="accent1"/>
              </a:buClr>
            </a:pPr>
            <a:r>
              <a:rPr lang="pt-BR" sz="2400" dirty="0">
                <a:solidFill>
                  <a:schemeClr val="accent1"/>
                </a:solidFill>
              </a:rPr>
              <a:t>Quando utilizar a </a:t>
            </a:r>
            <a:r>
              <a:rPr lang="pt-BR" sz="2400" b="1" dirty="0">
                <a:solidFill>
                  <a:schemeClr val="accent1"/>
                </a:solidFill>
              </a:rPr>
              <a:t>Arquitetura Hexagonal</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domínios complexos com regras de negócio em evolução (ex.: comércio eletrônico, bancos)</a:t>
            </a:r>
          </a:p>
          <a:p>
            <a:pPr marL="809625" indent="-342900">
              <a:buClr>
                <a:schemeClr val="accent1"/>
              </a:buClr>
              <a:buFont typeface="Wingdings" panose="05000000000000000000" pitchFamily="2" charset="2"/>
              <a:buChar char="§"/>
            </a:pPr>
            <a:r>
              <a:rPr lang="pt-BR" sz="2000" dirty="0">
                <a:solidFill>
                  <a:schemeClr val="accent1"/>
                </a:solidFill>
              </a:rPr>
              <a:t>sistemas multicanal que precisam oferecer suporte a APIs, interfaces de usuário (</a:t>
            </a:r>
            <a:r>
              <a:rPr lang="pt-BR" sz="2000" dirty="0" err="1">
                <a:solidFill>
                  <a:schemeClr val="accent1"/>
                </a:solidFill>
              </a:rPr>
              <a:t>UI’s</a:t>
            </a:r>
            <a:r>
              <a:rPr lang="pt-BR" sz="2000" dirty="0">
                <a:solidFill>
                  <a:schemeClr val="accent1"/>
                </a:solidFill>
              </a:rPr>
              <a:t>) e processamento em lote</a:t>
            </a:r>
          </a:p>
          <a:p>
            <a:pPr marL="809625" indent="-342900">
              <a:buClr>
                <a:schemeClr val="accent1"/>
              </a:buClr>
              <a:buFont typeface="Wingdings" panose="05000000000000000000" pitchFamily="2" charset="2"/>
              <a:buChar char="§"/>
            </a:pPr>
            <a:r>
              <a:rPr lang="pt-BR" sz="2000" dirty="0">
                <a:solidFill>
                  <a:schemeClr val="accent1"/>
                </a:solidFill>
              </a:rPr>
              <a:t>mudanças tecnológicas frequentes (ex.: substituição de bancos de dados ou frameworks)</a:t>
            </a:r>
          </a:p>
          <a:p>
            <a:pPr marL="809625" indent="-342900">
              <a:buClr>
                <a:schemeClr val="accent1"/>
              </a:buClr>
              <a:buFont typeface="Wingdings" panose="05000000000000000000" pitchFamily="2" charset="2"/>
              <a:buChar char="§"/>
            </a:pPr>
            <a:r>
              <a:rPr lang="pt-BR" sz="2000" dirty="0">
                <a:solidFill>
                  <a:schemeClr val="accent1"/>
                </a:solidFill>
              </a:rPr>
              <a:t>requisitos elevados de testabilidade (teste unitário da lógica central de forma isolada)</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criação de aplicativos </a:t>
            </a:r>
            <a:r>
              <a:rPr lang="pt-BR" sz="2000" b="1" dirty="0">
                <a:solidFill>
                  <a:schemeClr val="accent1"/>
                </a:solidFill>
              </a:rPr>
              <a:t>CRUD</a:t>
            </a:r>
            <a:r>
              <a:rPr lang="pt-BR" sz="2000" dirty="0">
                <a:solidFill>
                  <a:schemeClr val="accent1"/>
                </a:solidFill>
              </a:rPr>
              <a:t> simples (excesso de complexidade para uma lógica mínima)</a:t>
            </a:r>
          </a:p>
          <a:p>
            <a:pPr marL="809625" indent="-342900">
              <a:buClr>
                <a:schemeClr val="accent1"/>
              </a:buClr>
              <a:buFont typeface="Wingdings" panose="05000000000000000000" pitchFamily="2" charset="2"/>
              <a:buChar char="§"/>
            </a:pPr>
            <a:r>
              <a:rPr lang="pt-BR" sz="2000" dirty="0">
                <a:solidFill>
                  <a:schemeClr val="accent1"/>
                </a:solidFill>
              </a:rPr>
              <a:t>prazos apertados (configuração inicial adiciona complexidade)</a:t>
            </a:r>
          </a:p>
        </p:txBody>
      </p:sp>
      <p:pic>
        <p:nvPicPr>
          <p:cNvPr id="4" name="Imagem 3">
            <a:extLst>
              <a:ext uri="{FF2B5EF4-FFF2-40B4-BE49-F238E27FC236}">
                <a16:creationId xmlns:a16="http://schemas.microsoft.com/office/drawing/2014/main" id="{1E6DA4E2-EF6C-6667-284F-6EF0B578F87F}"/>
              </a:ext>
            </a:extLst>
          </p:cNvPr>
          <p:cNvPicPr>
            <a:picLocks noChangeAspect="1"/>
          </p:cNvPicPr>
          <p:nvPr/>
        </p:nvPicPr>
        <p:blipFill>
          <a:blip r:embed="rId3"/>
          <a:stretch>
            <a:fillRect/>
          </a:stretch>
        </p:blipFill>
        <p:spPr>
          <a:xfrm>
            <a:off x="11239037" y="163186"/>
            <a:ext cx="849125" cy="746709"/>
          </a:xfrm>
          <a:prstGeom prst="rect">
            <a:avLst/>
          </a:prstGeom>
        </p:spPr>
      </p:pic>
    </p:spTree>
    <p:extLst>
      <p:ext uri="{BB962C8B-B14F-4D97-AF65-F5344CB8AC3E}">
        <p14:creationId xmlns:p14="http://schemas.microsoft.com/office/powerpoint/2010/main" val="3851787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33096-F52F-5944-0C7E-B9B6E56DD544}"/>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5B6490E2-4847-8C05-13C3-0AF8B7F83DDE}"/>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ECB99FA5-038E-4050-BD4B-DB8D0F2A3149}"/>
              </a:ext>
            </a:extLst>
          </p:cNvPr>
          <p:cNvSpPr txBox="1"/>
          <p:nvPr/>
        </p:nvSpPr>
        <p:spPr>
          <a:xfrm>
            <a:off x="340360" y="995680"/>
            <a:ext cx="11506199" cy="3662541"/>
          </a:xfrm>
          <a:prstGeom prst="rect">
            <a:avLst/>
          </a:prstGeom>
          <a:noFill/>
        </p:spPr>
        <p:txBody>
          <a:bodyPr wrap="square" rtlCol="0">
            <a:spAutoFit/>
          </a:bodyPr>
          <a:lstStyle/>
          <a:p>
            <a:pPr marL="536575" indent="-536575">
              <a:buClr>
                <a:schemeClr val="accent1"/>
              </a:buClr>
              <a:buFont typeface="+mj-lt"/>
              <a:buAutoNum type="arabicPeriod" startAt="6"/>
            </a:pPr>
            <a:r>
              <a:rPr lang="pt-BR" sz="2400" b="1" dirty="0">
                <a:solidFill>
                  <a:schemeClr val="accent1"/>
                </a:solidFill>
              </a:rPr>
              <a:t>Arquitetura Hexagonal</a:t>
            </a:r>
            <a:r>
              <a:rPr lang="pt-BR" b="1" dirty="0">
                <a:solidFill>
                  <a:schemeClr val="accent1"/>
                </a:solidFill>
              </a:rPr>
              <a:t> (cont.)</a:t>
            </a: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melhor testabilidade</a:t>
            </a:r>
          </a:p>
          <a:p>
            <a:pPr marL="809625" indent="-361950">
              <a:buClr>
                <a:schemeClr val="accent1"/>
              </a:buClr>
              <a:buFont typeface="Wingdings" panose="05000000000000000000" pitchFamily="2" charset="2"/>
              <a:buChar char="§"/>
            </a:pPr>
            <a:r>
              <a:rPr lang="pt-BR" sz="2000" dirty="0">
                <a:solidFill>
                  <a:schemeClr val="accent1"/>
                </a:solidFill>
              </a:rPr>
              <a:t>flexibilidade para substituir tecnologias</a:t>
            </a:r>
          </a:p>
          <a:p>
            <a:pPr marL="809625" indent="-361950">
              <a:buClr>
                <a:schemeClr val="accent1"/>
              </a:buClr>
              <a:buFont typeface="Wingdings" panose="05000000000000000000" pitchFamily="2" charset="2"/>
              <a:buChar char="§"/>
            </a:pPr>
            <a:r>
              <a:rPr lang="pt-BR" sz="2000" dirty="0">
                <a:solidFill>
                  <a:schemeClr val="accent1"/>
                </a:solidFill>
              </a:rPr>
              <a:t>facilidade de manutenção, uma vez que alterações nas interfaces ou nos bancos de dados não exigem atualizações na lógica central</a:t>
            </a:r>
          </a:p>
          <a:p>
            <a:pPr marL="809625" indent="-361950">
              <a:buClr>
                <a:schemeClr val="accent1"/>
              </a:buClr>
              <a:buFont typeface="Wingdings" panose="05000000000000000000" pitchFamily="2" charset="2"/>
              <a:buChar char="§"/>
            </a:pPr>
            <a:r>
              <a:rPr lang="pt-BR" sz="2000" dirty="0">
                <a:solidFill>
                  <a:schemeClr val="accent1"/>
                </a:solidFill>
              </a:rPr>
              <a:t>regras de negócio permanecem independentes de detalhes técnicos</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projeto de portas e adaptadores inicialmente complexo (curva de aprendizado </a:t>
            </a:r>
            <a:r>
              <a:rPr lang="pt-BR" sz="2000" b="1" dirty="0">
                <a:solidFill>
                  <a:schemeClr val="accent1"/>
                </a:solidFill>
              </a:rPr>
              <a:t>íngreme</a:t>
            </a:r>
            <a:r>
              <a:rPr lang="pt-BR" sz="20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código </a:t>
            </a:r>
            <a:r>
              <a:rPr lang="pt-BR" sz="2000" b="1" dirty="0" err="1">
                <a:solidFill>
                  <a:schemeClr val="accent1"/>
                </a:solidFill>
              </a:rPr>
              <a:t>boilerplate</a:t>
            </a:r>
            <a:r>
              <a:rPr lang="pt-BR" sz="2000" dirty="0">
                <a:solidFill>
                  <a:schemeClr val="accent1"/>
                </a:solidFill>
              </a:rPr>
              <a:t> (repetitivo) dos adaptadores adiciona camadas extras</a:t>
            </a:r>
          </a:p>
          <a:p>
            <a:pPr marL="809625" indent="-342900">
              <a:buClr>
                <a:schemeClr val="accent1"/>
              </a:buClr>
              <a:buFont typeface="Wingdings" panose="05000000000000000000" pitchFamily="2" charset="2"/>
              <a:buChar char="§"/>
            </a:pPr>
            <a:r>
              <a:rPr lang="pt-BR" sz="2000" dirty="0">
                <a:solidFill>
                  <a:schemeClr val="accent1"/>
                </a:solidFill>
              </a:rPr>
              <a:t>camadas de abstração adicionais geram sobrecarga de desempenho</a:t>
            </a:r>
          </a:p>
        </p:txBody>
      </p:sp>
      <p:pic>
        <p:nvPicPr>
          <p:cNvPr id="4" name="Imagem 3">
            <a:extLst>
              <a:ext uri="{FF2B5EF4-FFF2-40B4-BE49-F238E27FC236}">
                <a16:creationId xmlns:a16="http://schemas.microsoft.com/office/drawing/2014/main" id="{7AD3E2CA-DB11-0574-E2A2-823086A2E46D}"/>
              </a:ext>
            </a:extLst>
          </p:cNvPr>
          <p:cNvPicPr>
            <a:picLocks noChangeAspect="1"/>
          </p:cNvPicPr>
          <p:nvPr/>
        </p:nvPicPr>
        <p:blipFill>
          <a:blip r:embed="rId3"/>
          <a:stretch>
            <a:fillRect/>
          </a:stretch>
        </p:blipFill>
        <p:spPr>
          <a:xfrm>
            <a:off x="11239037" y="163186"/>
            <a:ext cx="849125" cy="746709"/>
          </a:xfrm>
          <a:prstGeom prst="rect">
            <a:avLst/>
          </a:prstGeom>
        </p:spPr>
      </p:pic>
    </p:spTree>
    <p:extLst>
      <p:ext uri="{BB962C8B-B14F-4D97-AF65-F5344CB8AC3E}">
        <p14:creationId xmlns:p14="http://schemas.microsoft.com/office/powerpoint/2010/main" val="22093785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771DA-5593-25A2-C594-F5CC8DA065C1}"/>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F6B68A49-3B2F-7BB9-4C39-6BF836280FED}"/>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6E175CE4-7503-C844-753C-A4C45B456B09}"/>
              </a:ext>
            </a:extLst>
          </p:cNvPr>
          <p:cNvSpPr txBox="1"/>
          <p:nvPr/>
        </p:nvSpPr>
        <p:spPr>
          <a:xfrm>
            <a:off x="340360" y="995680"/>
            <a:ext cx="11506199" cy="2062103"/>
          </a:xfrm>
          <a:prstGeom prst="rect">
            <a:avLst/>
          </a:prstGeom>
          <a:noFill/>
        </p:spPr>
        <p:txBody>
          <a:bodyPr wrap="square" rtlCol="0">
            <a:spAutoFit/>
          </a:bodyPr>
          <a:lstStyle/>
          <a:p>
            <a:pPr marL="536575" indent="-536575">
              <a:buClr>
                <a:schemeClr val="accent1"/>
              </a:buClr>
              <a:buFont typeface="+mj-lt"/>
              <a:buAutoNum type="arabicPeriod" startAt="6"/>
            </a:pPr>
            <a:r>
              <a:rPr lang="pt-BR" sz="2400" b="1" dirty="0">
                <a:solidFill>
                  <a:schemeClr val="accent1"/>
                </a:solidFill>
              </a:rPr>
              <a:t>Arquitetura Hexagonal</a:t>
            </a:r>
            <a:r>
              <a:rPr lang="pt-BR" b="1" dirty="0">
                <a:solidFill>
                  <a:schemeClr val="accent1"/>
                </a:solidFill>
              </a:rPr>
              <a:t> (cont.)</a:t>
            </a:r>
          </a:p>
          <a:p>
            <a:pPr indent="355600">
              <a:buClr>
                <a:schemeClr val="accent1"/>
              </a:buClr>
            </a:pPr>
            <a:r>
              <a:rPr lang="pt-BR" sz="2400" dirty="0">
                <a:solidFill>
                  <a:schemeClr val="accent1"/>
                </a:solidFill>
              </a:rPr>
              <a:t>Exemplo real de implementação do padrão de </a:t>
            </a:r>
            <a:r>
              <a:rPr lang="pt-BR" sz="2400" b="1" dirty="0">
                <a:solidFill>
                  <a:schemeClr val="accent1"/>
                </a:solidFill>
              </a:rPr>
              <a:t>Hexagonal</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b="1" dirty="0">
                <a:solidFill>
                  <a:schemeClr val="accent1"/>
                </a:solidFill>
              </a:rPr>
              <a:t>Netflix</a:t>
            </a:r>
            <a:r>
              <a:rPr lang="pt-BR" sz="2000" dirty="0">
                <a:solidFill>
                  <a:schemeClr val="accent1"/>
                </a:solidFill>
              </a:rPr>
              <a:t>: utiliza a arquitetura hexagonal em conjunto com Microsserviços para obter um alto grau de flexibilidade e desacoplamento</a:t>
            </a:r>
          </a:p>
          <a:p>
            <a:pPr marL="809625" indent="-361950">
              <a:buClr>
                <a:schemeClr val="accent1"/>
              </a:buClr>
              <a:buFont typeface="Wingdings" panose="05000000000000000000" pitchFamily="2" charset="2"/>
              <a:buChar char="§"/>
            </a:pPr>
            <a:r>
              <a:rPr lang="pt-BR" sz="2000" b="1" dirty="0">
                <a:solidFill>
                  <a:schemeClr val="accent1"/>
                </a:solidFill>
              </a:rPr>
              <a:t>PayPal</a:t>
            </a:r>
            <a:r>
              <a:rPr lang="pt-BR" sz="2000" dirty="0">
                <a:solidFill>
                  <a:schemeClr val="accent1"/>
                </a:solidFill>
              </a:rPr>
              <a:t>: utiliza para separar a lógica de processamento de transações das </a:t>
            </a:r>
            <a:r>
              <a:rPr lang="pt-BR" sz="2000" dirty="0" err="1">
                <a:solidFill>
                  <a:schemeClr val="accent1"/>
                </a:solidFill>
              </a:rPr>
              <a:t>API’s</a:t>
            </a:r>
            <a:r>
              <a:rPr lang="pt-BR" sz="2000" dirty="0">
                <a:solidFill>
                  <a:schemeClr val="accent1"/>
                </a:solidFill>
              </a:rPr>
              <a:t> e interfaces de usuário, mantendo pura a sua lógica de negócios</a:t>
            </a:r>
          </a:p>
        </p:txBody>
      </p:sp>
      <p:pic>
        <p:nvPicPr>
          <p:cNvPr id="4" name="Imagem 3">
            <a:extLst>
              <a:ext uri="{FF2B5EF4-FFF2-40B4-BE49-F238E27FC236}">
                <a16:creationId xmlns:a16="http://schemas.microsoft.com/office/drawing/2014/main" id="{49C5CC4A-AE22-A1B9-B1C4-064CC28CE895}"/>
              </a:ext>
            </a:extLst>
          </p:cNvPr>
          <p:cNvPicPr>
            <a:picLocks noChangeAspect="1"/>
          </p:cNvPicPr>
          <p:nvPr/>
        </p:nvPicPr>
        <p:blipFill>
          <a:blip r:embed="rId3"/>
          <a:stretch>
            <a:fillRect/>
          </a:stretch>
        </p:blipFill>
        <p:spPr>
          <a:xfrm>
            <a:off x="11239037" y="163186"/>
            <a:ext cx="849125" cy="746709"/>
          </a:xfrm>
          <a:prstGeom prst="rect">
            <a:avLst/>
          </a:prstGeom>
        </p:spPr>
      </p:pic>
    </p:spTree>
    <p:extLst>
      <p:ext uri="{BB962C8B-B14F-4D97-AF65-F5344CB8AC3E}">
        <p14:creationId xmlns:p14="http://schemas.microsoft.com/office/powerpoint/2010/main" val="4184467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036D0-F034-B8F3-BBE0-D639DFDAFB09}"/>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A4F9D6DE-F6B3-0DE9-27F6-ADEFD733566F}"/>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D35267A5-0D13-638E-99EB-1D6B97DBC392}"/>
              </a:ext>
            </a:extLst>
          </p:cNvPr>
          <p:cNvSpPr txBox="1"/>
          <p:nvPr/>
        </p:nvSpPr>
        <p:spPr>
          <a:xfrm>
            <a:off x="340361" y="995680"/>
            <a:ext cx="7906264" cy="2677656"/>
          </a:xfrm>
          <a:prstGeom prst="rect">
            <a:avLst/>
          </a:prstGeom>
          <a:noFill/>
        </p:spPr>
        <p:txBody>
          <a:bodyPr wrap="square" rtlCol="0">
            <a:spAutoFit/>
          </a:bodyPr>
          <a:lstStyle/>
          <a:p>
            <a:pPr marL="536575" indent="-536575">
              <a:buClr>
                <a:schemeClr val="accent1"/>
              </a:buClr>
              <a:buFont typeface="+mj-lt"/>
              <a:buAutoNum type="arabicPeriod" startAt="7"/>
            </a:pPr>
            <a:r>
              <a:rPr lang="pt-BR" sz="2400" b="1" dirty="0">
                <a:solidFill>
                  <a:schemeClr val="accent1"/>
                </a:solidFill>
              </a:rPr>
              <a:t>Arquitetura Baseada em Espaço</a:t>
            </a:r>
            <a:r>
              <a:rPr lang="pt-BR" sz="2400" dirty="0">
                <a:solidFill>
                  <a:schemeClr val="accent1"/>
                </a:solidFill>
              </a:rPr>
              <a:t> (</a:t>
            </a:r>
            <a:r>
              <a:rPr lang="pt-BR" sz="2400" b="1" dirty="0">
                <a:solidFill>
                  <a:schemeClr val="accent1"/>
                </a:solidFill>
              </a:rPr>
              <a:t>SBA</a:t>
            </a:r>
            <a:r>
              <a:rPr lang="pt-BR" sz="2400" dirty="0">
                <a:solidFill>
                  <a:schemeClr val="accent1"/>
                </a:solidFill>
              </a:rPr>
              <a:t>)</a:t>
            </a:r>
          </a:p>
          <a:p>
            <a:pPr indent="355600">
              <a:buClr>
                <a:schemeClr val="accent1"/>
              </a:buClr>
            </a:pPr>
            <a:r>
              <a:rPr lang="pt-BR" sz="2400" dirty="0">
                <a:solidFill>
                  <a:schemeClr val="accent1"/>
                </a:solidFill>
              </a:rPr>
              <a:t>Padrão </a:t>
            </a:r>
            <a:r>
              <a:rPr lang="pt-BR" sz="2400" b="1" dirty="0">
                <a:solidFill>
                  <a:schemeClr val="accent1"/>
                </a:solidFill>
              </a:rPr>
              <a:t>SBA</a:t>
            </a:r>
            <a:r>
              <a:rPr lang="pt-BR" sz="2400" dirty="0">
                <a:solidFill>
                  <a:schemeClr val="accent1"/>
                </a:solidFill>
              </a:rPr>
              <a:t>, conhecido como arquitetura baseada em nuvem ou arquitetura de </a:t>
            </a:r>
            <a:r>
              <a:rPr lang="pt-BR" sz="2400" b="1" dirty="0" err="1">
                <a:solidFill>
                  <a:schemeClr val="accent1"/>
                </a:solidFill>
              </a:rPr>
              <a:t>Tuple</a:t>
            </a:r>
            <a:r>
              <a:rPr lang="pt-BR" sz="2400" b="1" dirty="0">
                <a:solidFill>
                  <a:schemeClr val="accent1"/>
                </a:solidFill>
              </a:rPr>
              <a:t>-Space</a:t>
            </a:r>
            <a:r>
              <a:rPr lang="pt-BR" sz="2400" dirty="0">
                <a:solidFill>
                  <a:schemeClr val="accent1"/>
                </a:solidFill>
              </a:rPr>
              <a:t> (modelo de memória compartilhada no qual serviços se comunicam por meio da adição, exclusão ou leitura de tuplas). Trata-se de padrão de computação distribuída, o que o torna uma das ótima opção para o processamento em tempo real. </a:t>
            </a:r>
          </a:p>
        </p:txBody>
      </p:sp>
      <p:sp>
        <p:nvSpPr>
          <p:cNvPr id="10" name="CaixaDeTexto 9">
            <a:extLst>
              <a:ext uri="{FF2B5EF4-FFF2-40B4-BE49-F238E27FC236}">
                <a16:creationId xmlns:a16="http://schemas.microsoft.com/office/drawing/2014/main" id="{B188A060-B9B6-EBE1-98AA-B9E912A277A1}"/>
              </a:ext>
            </a:extLst>
          </p:cNvPr>
          <p:cNvSpPr txBox="1"/>
          <p:nvPr/>
        </p:nvSpPr>
        <p:spPr>
          <a:xfrm>
            <a:off x="349693" y="3561584"/>
            <a:ext cx="11506200" cy="3046988"/>
          </a:xfrm>
          <a:prstGeom prst="rect">
            <a:avLst/>
          </a:prstGeom>
          <a:noFill/>
        </p:spPr>
        <p:txBody>
          <a:bodyPr wrap="square" rtlCol="0">
            <a:spAutoFit/>
          </a:bodyPr>
          <a:lstStyle/>
          <a:p>
            <a:pPr indent="355600">
              <a:buClr>
                <a:schemeClr val="accent1"/>
              </a:buClr>
            </a:pPr>
            <a:r>
              <a:rPr lang="pt-BR" sz="2400" dirty="0">
                <a:solidFill>
                  <a:schemeClr val="accent1"/>
                </a:solidFill>
              </a:rPr>
              <a:t>Lida com desafios de alto tráfego e escalabilidade distribuindo cargas de trabalho da aplicação entre múltiplas instâncias. O termo "</a:t>
            </a:r>
            <a:r>
              <a:rPr lang="pt-BR" sz="2400" b="1" dirty="0">
                <a:solidFill>
                  <a:schemeClr val="accent1"/>
                </a:solidFill>
              </a:rPr>
              <a:t>espaço</a:t>
            </a:r>
            <a:r>
              <a:rPr lang="pt-BR" sz="2400" dirty="0">
                <a:solidFill>
                  <a:schemeClr val="accent1"/>
                </a:solidFill>
              </a:rPr>
              <a:t>" refere-se a </a:t>
            </a:r>
            <a:r>
              <a:rPr lang="pt-BR" sz="2400" b="1" dirty="0">
                <a:solidFill>
                  <a:schemeClr val="accent1"/>
                </a:solidFill>
              </a:rPr>
              <a:t>Grids</a:t>
            </a:r>
            <a:r>
              <a:rPr lang="pt-BR" sz="2400" dirty="0">
                <a:solidFill>
                  <a:schemeClr val="accent1"/>
                </a:solidFill>
              </a:rPr>
              <a:t> de dados virtualizados (também chamados </a:t>
            </a:r>
            <a:r>
              <a:rPr lang="pt-BR" sz="2400" b="1" dirty="0" err="1">
                <a:solidFill>
                  <a:schemeClr val="accent1"/>
                </a:solidFill>
              </a:rPr>
              <a:t>In-Memory</a:t>
            </a:r>
            <a:r>
              <a:rPr lang="pt-BR" sz="2400" b="1" dirty="0">
                <a:solidFill>
                  <a:schemeClr val="accent1"/>
                </a:solidFill>
              </a:rPr>
              <a:t> Data Grids</a:t>
            </a:r>
            <a:r>
              <a:rPr lang="pt-BR" sz="2400" dirty="0">
                <a:solidFill>
                  <a:schemeClr val="accent1"/>
                </a:solidFill>
              </a:rPr>
              <a:t> - </a:t>
            </a:r>
            <a:r>
              <a:rPr lang="pt-BR" sz="2400" b="1" dirty="0">
                <a:solidFill>
                  <a:schemeClr val="accent1"/>
                </a:solidFill>
              </a:rPr>
              <a:t>IMDG</a:t>
            </a:r>
            <a:r>
              <a:rPr lang="pt-BR" sz="2400" dirty="0">
                <a:solidFill>
                  <a:schemeClr val="accent1"/>
                </a:solidFill>
              </a:rPr>
              <a:t>) que atuam como memória compartilhada para a aplicação, permitindo comunicação e colaboração eficientes entre os serviços. Os </a:t>
            </a:r>
            <a:r>
              <a:rPr lang="pt-BR" sz="2400" b="1" dirty="0">
                <a:solidFill>
                  <a:schemeClr val="accent1"/>
                </a:solidFill>
              </a:rPr>
              <a:t>Grids</a:t>
            </a:r>
            <a:r>
              <a:rPr lang="pt-BR" sz="2400" dirty="0">
                <a:solidFill>
                  <a:schemeClr val="accent1"/>
                </a:solidFill>
              </a:rPr>
              <a:t> processam e armazenam dados transitórios, sistema distribuído que armazena dados na </a:t>
            </a:r>
            <a:r>
              <a:rPr lang="pt-BR" sz="2400" b="1" dirty="0">
                <a:solidFill>
                  <a:schemeClr val="accent1"/>
                </a:solidFill>
              </a:rPr>
              <a:t>memória RAM</a:t>
            </a:r>
            <a:r>
              <a:rPr lang="pt-BR" sz="2400" dirty="0">
                <a:solidFill>
                  <a:schemeClr val="accent1"/>
                </a:solidFill>
              </a:rPr>
              <a:t> de vários servidores (não em disco), com acesso ultrarrápido a grandes volumes de dados, menor dependência a BD, menor latência e eliminação de gargalos</a:t>
            </a:r>
          </a:p>
        </p:txBody>
      </p:sp>
      <p:pic>
        <p:nvPicPr>
          <p:cNvPr id="2" name="Imagem 1">
            <a:extLst>
              <a:ext uri="{FF2B5EF4-FFF2-40B4-BE49-F238E27FC236}">
                <a16:creationId xmlns:a16="http://schemas.microsoft.com/office/drawing/2014/main" id="{9792DB4B-1833-C6EC-633A-3CF1786DE1F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66946" y="1389658"/>
            <a:ext cx="3606920" cy="2044423"/>
          </a:xfrm>
          <a:prstGeom prst="rect">
            <a:avLst/>
          </a:prstGeom>
          <a:noFill/>
          <a:ln>
            <a:noFill/>
          </a:ln>
        </p:spPr>
      </p:pic>
      <p:pic>
        <p:nvPicPr>
          <p:cNvPr id="5" name="Imagem 4">
            <a:extLst>
              <a:ext uri="{FF2B5EF4-FFF2-40B4-BE49-F238E27FC236}">
                <a16:creationId xmlns:a16="http://schemas.microsoft.com/office/drawing/2014/main" id="{91C7A100-4334-E213-D9D3-30C540C378BB}"/>
              </a:ext>
            </a:extLst>
          </p:cNvPr>
          <p:cNvPicPr>
            <a:picLocks noChangeAspect="1"/>
          </p:cNvPicPr>
          <p:nvPr/>
        </p:nvPicPr>
        <p:blipFill>
          <a:blip r:embed="rId4"/>
          <a:stretch>
            <a:fillRect/>
          </a:stretch>
        </p:blipFill>
        <p:spPr>
          <a:xfrm>
            <a:off x="11104880" y="124738"/>
            <a:ext cx="958676" cy="958676"/>
          </a:xfrm>
          <a:prstGeom prst="rect">
            <a:avLst/>
          </a:prstGeom>
        </p:spPr>
      </p:pic>
    </p:spTree>
    <p:extLst>
      <p:ext uri="{BB962C8B-B14F-4D97-AF65-F5344CB8AC3E}">
        <p14:creationId xmlns:p14="http://schemas.microsoft.com/office/powerpoint/2010/main" val="26615685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37B83-6956-AB6D-A246-000BBC17730A}"/>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50634232-D626-3CBA-E411-CB54689B2B9A}"/>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391700D8-BAF7-3DF9-422F-7FE9CE12E495}"/>
              </a:ext>
            </a:extLst>
          </p:cNvPr>
          <p:cNvSpPr txBox="1"/>
          <p:nvPr/>
        </p:nvSpPr>
        <p:spPr>
          <a:xfrm>
            <a:off x="340360" y="995680"/>
            <a:ext cx="11506199" cy="3046988"/>
          </a:xfrm>
          <a:prstGeom prst="rect">
            <a:avLst/>
          </a:prstGeom>
          <a:noFill/>
        </p:spPr>
        <p:txBody>
          <a:bodyPr wrap="square" rtlCol="0">
            <a:spAutoFit/>
          </a:bodyPr>
          <a:lstStyle/>
          <a:p>
            <a:pPr marL="536575" indent="-536575">
              <a:buClr>
                <a:schemeClr val="accent1"/>
              </a:buClr>
              <a:buFont typeface="+mj-lt"/>
              <a:buAutoNum type="arabicPeriod" startAt="7"/>
            </a:pPr>
            <a:r>
              <a:rPr lang="pt-BR" sz="2400" b="1" dirty="0">
                <a:solidFill>
                  <a:schemeClr val="accent1"/>
                </a:solidFill>
              </a:rPr>
              <a:t>Arquitetura Baseada em Espaço</a:t>
            </a:r>
            <a:r>
              <a:rPr lang="pt-BR" sz="2400" dirty="0">
                <a:solidFill>
                  <a:schemeClr val="accent1"/>
                </a:solidFill>
              </a:rPr>
              <a:t> (</a:t>
            </a:r>
            <a:r>
              <a:rPr lang="pt-BR" sz="2400" b="1" dirty="0">
                <a:solidFill>
                  <a:schemeClr val="accent1"/>
                </a:solidFill>
              </a:rPr>
              <a:t>SBA</a:t>
            </a:r>
            <a:r>
              <a:rPr lang="pt-BR" sz="2400" dirty="0">
                <a:solidFill>
                  <a:schemeClr val="accent1"/>
                </a:solidFill>
              </a:rPr>
              <a:t>)</a:t>
            </a:r>
            <a:r>
              <a:rPr lang="pt-BR" b="1" dirty="0">
                <a:solidFill>
                  <a:schemeClr val="accent1"/>
                </a:solidFill>
              </a:rPr>
              <a:t> (cont.)</a:t>
            </a:r>
          </a:p>
          <a:p>
            <a:pPr indent="355600">
              <a:buClr>
                <a:schemeClr val="accent1"/>
              </a:buClr>
            </a:pPr>
            <a:r>
              <a:rPr lang="pt-BR" sz="2400" dirty="0">
                <a:solidFill>
                  <a:schemeClr val="accent1"/>
                </a:solidFill>
              </a:rPr>
              <a:t>Quando utilizar o padrão de </a:t>
            </a:r>
            <a:r>
              <a:rPr lang="pt-BR" sz="2400" b="1" dirty="0">
                <a:solidFill>
                  <a:schemeClr val="accent1"/>
                </a:solidFill>
              </a:rPr>
              <a:t>SBA</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processamento de dados em tempo real (ex.: negociação de ações, detecção de fraudes)</a:t>
            </a:r>
          </a:p>
          <a:p>
            <a:pPr marL="809625" indent="-342900">
              <a:buClr>
                <a:schemeClr val="accent1"/>
              </a:buClr>
              <a:buFont typeface="Wingdings" panose="05000000000000000000" pitchFamily="2" charset="2"/>
              <a:buChar char="§"/>
            </a:pPr>
            <a:r>
              <a:rPr lang="pt-BR" sz="2000" dirty="0">
                <a:solidFill>
                  <a:schemeClr val="accent1"/>
                </a:solidFill>
              </a:rPr>
              <a:t>sistemas de alta concorrência (ex.: vendas de e-commerce, plataformas de leilão)</a:t>
            </a:r>
          </a:p>
          <a:p>
            <a:pPr marL="809625" indent="-342900">
              <a:buClr>
                <a:schemeClr val="accent1"/>
              </a:buClr>
              <a:buFont typeface="Wingdings" panose="05000000000000000000" pitchFamily="2" charset="2"/>
              <a:buChar char="§"/>
            </a:pPr>
            <a:r>
              <a:rPr lang="pt-BR" sz="2000" dirty="0">
                <a:solidFill>
                  <a:schemeClr val="accent1"/>
                </a:solidFill>
              </a:rPr>
              <a:t>aplicações escaláveis ​​com cargas de trabalho variáveis ​​(ex.: picos sazonais de tráfego no varejo)</a:t>
            </a:r>
          </a:p>
          <a:p>
            <a:pPr marL="809625" indent="-342900">
              <a:buClr>
                <a:schemeClr val="accent1"/>
              </a:buClr>
              <a:buFont typeface="Wingdings" panose="05000000000000000000" pitchFamily="2" charset="2"/>
              <a:buChar char="§"/>
            </a:pPr>
            <a:r>
              <a:rPr lang="pt-BR" sz="2000" dirty="0">
                <a:solidFill>
                  <a:schemeClr val="accent1"/>
                </a:solidFill>
              </a:rPr>
              <a:t>aplicações tolerantes a falhas (ex.: sistemas de monitoramento na área da saúde)</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baixo volume de usuários (complexidade excessiva para operações CRUD simples)</a:t>
            </a:r>
          </a:p>
          <a:p>
            <a:pPr marL="809625" indent="-342900">
              <a:buClr>
                <a:schemeClr val="accent1"/>
              </a:buClr>
              <a:buFont typeface="Wingdings" panose="05000000000000000000" pitchFamily="2" charset="2"/>
              <a:buChar char="§"/>
            </a:pPr>
            <a:r>
              <a:rPr lang="pt-BR" sz="2000" dirty="0">
                <a:solidFill>
                  <a:schemeClr val="accent1"/>
                </a:solidFill>
              </a:rPr>
              <a:t>exigência de forte consistência de dados.</a:t>
            </a:r>
          </a:p>
        </p:txBody>
      </p:sp>
      <p:pic>
        <p:nvPicPr>
          <p:cNvPr id="5" name="Imagem 4">
            <a:extLst>
              <a:ext uri="{FF2B5EF4-FFF2-40B4-BE49-F238E27FC236}">
                <a16:creationId xmlns:a16="http://schemas.microsoft.com/office/drawing/2014/main" id="{0F42588A-4B18-B2D7-7205-E88D6F0A2E37}"/>
              </a:ext>
            </a:extLst>
          </p:cNvPr>
          <p:cNvPicPr>
            <a:picLocks noChangeAspect="1"/>
          </p:cNvPicPr>
          <p:nvPr/>
        </p:nvPicPr>
        <p:blipFill>
          <a:blip r:embed="rId3"/>
          <a:stretch>
            <a:fillRect/>
          </a:stretch>
        </p:blipFill>
        <p:spPr>
          <a:xfrm>
            <a:off x="11104880" y="124738"/>
            <a:ext cx="958676" cy="958676"/>
          </a:xfrm>
          <a:prstGeom prst="rect">
            <a:avLst/>
          </a:prstGeom>
        </p:spPr>
      </p:pic>
    </p:spTree>
    <p:extLst>
      <p:ext uri="{BB962C8B-B14F-4D97-AF65-F5344CB8AC3E}">
        <p14:creationId xmlns:p14="http://schemas.microsoft.com/office/powerpoint/2010/main" val="12534283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28517-AD12-A8FF-6D58-76380D71FFAA}"/>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D8055BDF-723A-327D-0706-47BF0568AD39}"/>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B12B377D-7D18-1B59-6206-E92F4624D9BD}"/>
              </a:ext>
            </a:extLst>
          </p:cNvPr>
          <p:cNvSpPr txBox="1"/>
          <p:nvPr/>
        </p:nvSpPr>
        <p:spPr>
          <a:xfrm>
            <a:off x="340360" y="995680"/>
            <a:ext cx="11506199" cy="3662541"/>
          </a:xfrm>
          <a:prstGeom prst="rect">
            <a:avLst/>
          </a:prstGeom>
          <a:noFill/>
        </p:spPr>
        <p:txBody>
          <a:bodyPr wrap="square" rtlCol="0">
            <a:spAutoFit/>
          </a:bodyPr>
          <a:lstStyle/>
          <a:p>
            <a:pPr marL="536575" indent="-536575">
              <a:buClr>
                <a:schemeClr val="accent1"/>
              </a:buClr>
              <a:buFont typeface="+mj-lt"/>
              <a:buAutoNum type="arabicPeriod" startAt="7"/>
            </a:pPr>
            <a:r>
              <a:rPr lang="pt-BR" sz="2400" b="1" dirty="0">
                <a:solidFill>
                  <a:schemeClr val="accent1"/>
                </a:solidFill>
              </a:rPr>
              <a:t>Arquitetura Baseada em Espaço</a:t>
            </a:r>
            <a:r>
              <a:rPr lang="pt-BR" sz="2400" dirty="0">
                <a:solidFill>
                  <a:schemeClr val="accent1"/>
                </a:solidFill>
              </a:rPr>
              <a:t> (</a:t>
            </a:r>
            <a:r>
              <a:rPr lang="pt-BR" sz="2400" b="1" dirty="0">
                <a:solidFill>
                  <a:schemeClr val="accent1"/>
                </a:solidFill>
              </a:rPr>
              <a:t>SBA</a:t>
            </a:r>
            <a:r>
              <a:rPr lang="pt-BR" sz="2400" dirty="0">
                <a:solidFill>
                  <a:schemeClr val="accent1"/>
                </a:solidFill>
              </a:rPr>
              <a:t>)</a:t>
            </a:r>
            <a:r>
              <a:rPr lang="pt-BR" b="1" dirty="0">
                <a:solidFill>
                  <a:schemeClr val="accent1"/>
                </a:solidFill>
              </a:rPr>
              <a:t> (cont.)</a:t>
            </a: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suporta escalabilidade quase linear (escalabilidade horizontal pela adição de </a:t>
            </a:r>
            <a:r>
              <a:rPr lang="pt-BR" sz="2000" dirty="0" err="1">
                <a:solidFill>
                  <a:schemeClr val="accent1"/>
                </a:solidFill>
              </a:rPr>
              <a:t>PU’s</a:t>
            </a:r>
            <a:r>
              <a:rPr lang="pt-BR" sz="20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proporciona aplicações de baixa latência graças ao acesso a dados em memória</a:t>
            </a:r>
          </a:p>
          <a:p>
            <a:pPr marL="809625" indent="-361950">
              <a:buClr>
                <a:schemeClr val="accent1"/>
              </a:buClr>
              <a:buFont typeface="Wingdings" panose="05000000000000000000" pitchFamily="2" charset="2"/>
              <a:buChar char="§"/>
            </a:pPr>
            <a:r>
              <a:rPr lang="pt-BR" sz="2000" dirty="0">
                <a:solidFill>
                  <a:schemeClr val="accent1"/>
                </a:solidFill>
              </a:rPr>
              <a:t>alta tolerância a falhas: falhas nas </a:t>
            </a:r>
            <a:r>
              <a:rPr lang="pt-BR" sz="2000" dirty="0" err="1">
                <a:solidFill>
                  <a:schemeClr val="accent1"/>
                </a:solidFill>
              </a:rPr>
              <a:t>PU’s</a:t>
            </a:r>
            <a:r>
              <a:rPr lang="pt-BR" sz="2000" dirty="0">
                <a:solidFill>
                  <a:schemeClr val="accent1"/>
                </a:solidFill>
              </a:rPr>
              <a:t> não derrubam o sistema, mas levam à replicação de dados entre nós</a:t>
            </a:r>
          </a:p>
          <a:p>
            <a:pPr marL="809625" indent="-361950">
              <a:buClr>
                <a:schemeClr val="accent1"/>
              </a:buClr>
              <a:buFont typeface="Wingdings" panose="05000000000000000000" pitchFamily="2" charset="2"/>
              <a:buChar char="§"/>
            </a:pPr>
            <a:r>
              <a:rPr lang="pt-BR" sz="2000" dirty="0">
                <a:solidFill>
                  <a:schemeClr val="accent1"/>
                </a:solidFill>
              </a:rPr>
              <a:t>oferece eficiência de custos, pois reduz chamadas dispendiosas ao BD e otimiza recursos</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exige expertise em sistemas distribuídos e ferramentas como </a:t>
            </a:r>
            <a:r>
              <a:rPr lang="pt-BR" sz="2000" b="1" dirty="0">
                <a:solidFill>
                  <a:schemeClr val="accent1"/>
                </a:solidFill>
              </a:rPr>
              <a:t>Apache </a:t>
            </a:r>
            <a:r>
              <a:rPr lang="pt-BR" sz="2000" b="1" dirty="0" err="1">
                <a:solidFill>
                  <a:schemeClr val="accent1"/>
                </a:solidFill>
              </a:rPr>
              <a:t>Ignite</a:t>
            </a:r>
            <a:r>
              <a:rPr lang="pt-BR" sz="2000" dirty="0">
                <a:solidFill>
                  <a:schemeClr val="accent1"/>
                </a:solidFill>
              </a:rPr>
              <a:t> ou </a:t>
            </a:r>
            <a:r>
              <a:rPr lang="pt-BR" sz="2000" b="1" dirty="0" err="1">
                <a:solidFill>
                  <a:schemeClr val="accent1"/>
                </a:solidFill>
              </a:rPr>
              <a:t>Hazelcast</a:t>
            </a:r>
            <a:endParaRPr lang="pt-BR" sz="2000" b="1" dirty="0">
              <a:solidFill>
                <a:schemeClr val="accent1"/>
              </a:solidFill>
            </a:endParaRPr>
          </a:p>
          <a:p>
            <a:pPr marL="809625" indent="-342900">
              <a:buClr>
                <a:schemeClr val="accent1"/>
              </a:buClr>
              <a:buFont typeface="Wingdings" panose="05000000000000000000" pitchFamily="2" charset="2"/>
              <a:buChar char="§"/>
            </a:pPr>
            <a:r>
              <a:rPr lang="pt-BR" sz="2000" dirty="0">
                <a:solidFill>
                  <a:schemeClr val="accent1"/>
                </a:solidFill>
              </a:rPr>
              <a:t>atrasos na replicação de dados podem causar inconsistências temporárias</a:t>
            </a:r>
          </a:p>
          <a:p>
            <a:pPr marL="809625" indent="-342900">
              <a:buClr>
                <a:schemeClr val="accent1"/>
              </a:buClr>
              <a:buFont typeface="Wingdings" panose="05000000000000000000" pitchFamily="2" charset="2"/>
              <a:buChar char="§"/>
            </a:pPr>
            <a:r>
              <a:rPr lang="pt-BR" sz="2000" dirty="0">
                <a:solidFill>
                  <a:schemeClr val="accent1"/>
                </a:solidFill>
              </a:rPr>
              <a:t>apresenta desafios de testes, uma vez que simular cenários de alta carga é custoso e demorado</a:t>
            </a:r>
          </a:p>
        </p:txBody>
      </p:sp>
      <p:pic>
        <p:nvPicPr>
          <p:cNvPr id="5" name="Imagem 4">
            <a:extLst>
              <a:ext uri="{FF2B5EF4-FFF2-40B4-BE49-F238E27FC236}">
                <a16:creationId xmlns:a16="http://schemas.microsoft.com/office/drawing/2014/main" id="{2D0AF019-C2DD-108A-2C42-FE5B21A51505}"/>
              </a:ext>
            </a:extLst>
          </p:cNvPr>
          <p:cNvPicPr>
            <a:picLocks noChangeAspect="1"/>
          </p:cNvPicPr>
          <p:nvPr/>
        </p:nvPicPr>
        <p:blipFill>
          <a:blip r:embed="rId3"/>
          <a:stretch>
            <a:fillRect/>
          </a:stretch>
        </p:blipFill>
        <p:spPr>
          <a:xfrm>
            <a:off x="11104880" y="124738"/>
            <a:ext cx="958676" cy="958676"/>
          </a:xfrm>
          <a:prstGeom prst="rect">
            <a:avLst/>
          </a:prstGeom>
        </p:spPr>
      </p:pic>
    </p:spTree>
    <p:extLst>
      <p:ext uri="{BB962C8B-B14F-4D97-AF65-F5344CB8AC3E}">
        <p14:creationId xmlns:p14="http://schemas.microsoft.com/office/powerpoint/2010/main" val="31832375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2CA31-49A4-6680-ED82-074DA2BA9C87}"/>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1F3F19FB-0B47-8FEC-776F-0D3E5AF942A2}"/>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EFEEFA91-DDD5-9E6D-03BB-96DA7B602728}"/>
              </a:ext>
            </a:extLst>
          </p:cNvPr>
          <p:cNvSpPr txBox="1"/>
          <p:nvPr/>
        </p:nvSpPr>
        <p:spPr>
          <a:xfrm>
            <a:off x="340360" y="995680"/>
            <a:ext cx="11506199" cy="1754326"/>
          </a:xfrm>
          <a:prstGeom prst="rect">
            <a:avLst/>
          </a:prstGeom>
          <a:noFill/>
        </p:spPr>
        <p:txBody>
          <a:bodyPr wrap="square" rtlCol="0">
            <a:spAutoFit/>
          </a:bodyPr>
          <a:lstStyle/>
          <a:p>
            <a:pPr marL="536575" indent="-536575">
              <a:buClr>
                <a:schemeClr val="accent1"/>
              </a:buClr>
              <a:buFont typeface="+mj-lt"/>
              <a:buAutoNum type="arabicPeriod" startAt="7"/>
            </a:pPr>
            <a:r>
              <a:rPr lang="pt-BR" sz="2400" b="1" dirty="0">
                <a:solidFill>
                  <a:schemeClr val="accent1"/>
                </a:solidFill>
              </a:rPr>
              <a:t>Arquitetura Baseada em Espaço</a:t>
            </a:r>
            <a:r>
              <a:rPr lang="pt-BR" sz="2400" dirty="0">
                <a:solidFill>
                  <a:schemeClr val="accent1"/>
                </a:solidFill>
              </a:rPr>
              <a:t> (</a:t>
            </a:r>
            <a:r>
              <a:rPr lang="pt-BR" sz="2400" b="1" dirty="0">
                <a:solidFill>
                  <a:schemeClr val="accent1"/>
                </a:solidFill>
              </a:rPr>
              <a:t>SBA</a:t>
            </a:r>
            <a:r>
              <a:rPr lang="pt-BR" sz="2400" dirty="0">
                <a:solidFill>
                  <a:schemeClr val="accent1"/>
                </a:solidFill>
              </a:rPr>
              <a:t>)</a:t>
            </a:r>
            <a:r>
              <a:rPr lang="pt-BR" b="1" dirty="0">
                <a:solidFill>
                  <a:schemeClr val="accent1"/>
                </a:solidFill>
              </a:rPr>
              <a:t> (cont.)</a:t>
            </a:r>
          </a:p>
          <a:p>
            <a:pPr indent="355600">
              <a:buClr>
                <a:schemeClr val="accent1"/>
              </a:buClr>
            </a:pPr>
            <a:r>
              <a:rPr lang="pt-BR" sz="2400" dirty="0">
                <a:solidFill>
                  <a:schemeClr val="accent1"/>
                </a:solidFill>
              </a:rPr>
              <a:t>Exemplo real de implementação do padrão de </a:t>
            </a:r>
            <a:r>
              <a:rPr lang="pt-BR" sz="2400" b="1" dirty="0">
                <a:solidFill>
                  <a:schemeClr val="accent1"/>
                </a:solidFill>
              </a:rPr>
              <a:t>SBA</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b="1" dirty="0" err="1">
                <a:solidFill>
                  <a:schemeClr val="accent1"/>
                </a:solidFill>
              </a:rPr>
              <a:t>Amazon</a:t>
            </a:r>
            <a:r>
              <a:rPr lang="pt-BR" sz="2000" dirty="0">
                <a:solidFill>
                  <a:schemeClr val="accent1"/>
                </a:solidFill>
              </a:rPr>
              <a:t>: o aplicativo de compras utiliza o padrão para lidar com picos de tráfego, escalando dinamicamente as </a:t>
            </a:r>
            <a:r>
              <a:rPr lang="pt-BR" sz="2000" dirty="0" err="1">
                <a:solidFill>
                  <a:schemeClr val="accent1"/>
                </a:solidFill>
              </a:rPr>
              <a:t>PU’s</a:t>
            </a:r>
            <a:endParaRPr lang="pt-BR" sz="2000" dirty="0">
              <a:solidFill>
                <a:schemeClr val="accent1"/>
              </a:solidFill>
            </a:endParaRPr>
          </a:p>
          <a:p>
            <a:pPr marL="809625" indent="-361950">
              <a:buClr>
                <a:schemeClr val="accent1"/>
              </a:buClr>
              <a:buFont typeface="Wingdings" panose="05000000000000000000" pitchFamily="2" charset="2"/>
              <a:buChar char="§"/>
            </a:pPr>
            <a:r>
              <a:rPr lang="pt-BR" sz="2000" b="1" dirty="0">
                <a:solidFill>
                  <a:schemeClr val="accent1"/>
                </a:solidFill>
              </a:rPr>
              <a:t>LMAX</a:t>
            </a:r>
            <a:r>
              <a:rPr lang="pt-BR" sz="2000" dirty="0">
                <a:solidFill>
                  <a:schemeClr val="accent1"/>
                </a:solidFill>
              </a:rPr>
              <a:t>: utiliza esse padrão para operações de negociação de alta velocidade.</a:t>
            </a:r>
          </a:p>
        </p:txBody>
      </p:sp>
      <p:pic>
        <p:nvPicPr>
          <p:cNvPr id="5" name="Imagem 4">
            <a:extLst>
              <a:ext uri="{FF2B5EF4-FFF2-40B4-BE49-F238E27FC236}">
                <a16:creationId xmlns:a16="http://schemas.microsoft.com/office/drawing/2014/main" id="{BCAD0269-EC9D-BA35-D955-68C7BFC79D52}"/>
              </a:ext>
            </a:extLst>
          </p:cNvPr>
          <p:cNvPicPr>
            <a:picLocks noChangeAspect="1"/>
          </p:cNvPicPr>
          <p:nvPr/>
        </p:nvPicPr>
        <p:blipFill>
          <a:blip r:embed="rId3"/>
          <a:stretch>
            <a:fillRect/>
          </a:stretch>
        </p:blipFill>
        <p:spPr>
          <a:xfrm>
            <a:off x="11104880" y="124738"/>
            <a:ext cx="958676" cy="958676"/>
          </a:xfrm>
          <a:prstGeom prst="rect">
            <a:avLst/>
          </a:prstGeom>
        </p:spPr>
      </p:pic>
    </p:spTree>
    <p:extLst>
      <p:ext uri="{BB962C8B-B14F-4D97-AF65-F5344CB8AC3E}">
        <p14:creationId xmlns:p14="http://schemas.microsoft.com/office/powerpoint/2010/main" val="27641108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018C6-03CE-F485-669A-1C667F5586F4}"/>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7D4C1391-D2FF-7B89-CE82-C58B39307623}"/>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8F135BE4-9BFD-B7DA-7212-4EBF4A8596F6}"/>
              </a:ext>
            </a:extLst>
          </p:cNvPr>
          <p:cNvSpPr txBox="1"/>
          <p:nvPr/>
        </p:nvSpPr>
        <p:spPr>
          <a:xfrm>
            <a:off x="340361" y="995680"/>
            <a:ext cx="7906264" cy="2677656"/>
          </a:xfrm>
          <a:prstGeom prst="rect">
            <a:avLst/>
          </a:prstGeom>
          <a:noFill/>
        </p:spPr>
        <p:txBody>
          <a:bodyPr wrap="square" rtlCol="0">
            <a:spAutoFit/>
          </a:bodyPr>
          <a:lstStyle/>
          <a:p>
            <a:pPr marL="536575" indent="-536575">
              <a:buClr>
                <a:schemeClr val="accent1"/>
              </a:buClr>
              <a:buFont typeface="+mj-lt"/>
              <a:buAutoNum type="arabicPeriod" startAt="8"/>
            </a:pPr>
            <a:r>
              <a:rPr lang="pt-BR" sz="2400" b="1" dirty="0">
                <a:solidFill>
                  <a:schemeClr val="accent1"/>
                </a:solidFill>
              </a:rPr>
              <a:t>Arquitetura Cliente-Servidor</a:t>
            </a:r>
            <a:endParaRPr lang="pt-BR" sz="2400" dirty="0">
              <a:solidFill>
                <a:schemeClr val="accent1"/>
              </a:solidFill>
            </a:endParaRPr>
          </a:p>
          <a:p>
            <a:pPr indent="355600">
              <a:buClr>
                <a:schemeClr val="accent1"/>
              </a:buClr>
            </a:pPr>
            <a:r>
              <a:rPr lang="pt-BR" sz="2400" dirty="0">
                <a:solidFill>
                  <a:schemeClr val="accent1"/>
                </a:solidFill>
              </a:rPr>
              <a:t>Baseado em duas entidades principais, cliente e servidor, padrão que cria um sistema que hospeda, entrega e gerencia recursos mediante solicitação. Cliente e  servidor geralmente se comunicam por meio de rede e podem estar localizados em máquinas distintas ou até mesmo em locais geográficos diferentes.</a:t>
            </a:r>
          </a:p>
        </p:txBody>
      </p:sp>
      <p:sp>
        <p:nvSpPr>
          <p:cNvPr id="10" name="CaixaDeTexto 9">
            <a:extLst>
              <a:ext uri="{FF2B5EF4-FFF2-40B4-BE49-F238E27FC236}">
                <a16:creationId xmlns:a16="http://schemas.microsoft.com/office/drawing/2014/main" id="{23BF9570-0AA0-9053-5DD7-D46B358A0AF4}"/>
              </a:ext>
            </a:extLst>
          </p:cNvPr>
          <p:cNvSpPr txBox="1"/>
          <p:nvPr/>
        </p:nvSpPr>
        <p:spPr>
          <a:xfrm>
            <a:off x="349693" y="3570914"/>
            <a:ext cx="11506200" cy="1200329"/>
          </a:xfrm>
          <a:prstGeom prst="rect">
            <a:avLst/>
          </a:prstGeom>
          <a:noFill/>
        </p:spPr>
        <p:txBody>
          <a:bodyPr wrap="square" rtlCol="0">
            <a:spAutoFit/>
          </a:bodyPr>
          <a:lstStyle/>
          <a:p>
            <a:pPr indent="355600">
              <a:buClr>
                <a:schemeClr val="accent1"/>
              </a:buClr>
            </a:pPr>
            <a:r>
              <a:rPr lang="pt-BR" sz="2400" dirty="0">
                <a:solidFill>
                  <a:schemeClr val="accent1"/>
                </a:solidFill>
              </a:rPr>
              <a:t>Essa arquitetura estabelece uma clara divisão de tarefas, na qual o cliente cuida da interface do usuário e o servidor é responsável pela gestão de dados, pela lógica de negócios e pelo processamento.</a:t>
            </a:r>
          </a:p>
        </p:txBody>
      </p:sp>
      <p:pic>
        <p:nvPicPr>
          <p:cNvPr id="4" name="Imagem 3">
            <a:extLst>
              <a:ext uri="{FF2B5EF4-FFF2-40B4-BE49-F238E27FC236}">
                <a16:creationId xmlns:a16="http://schemas.microsoft.com/office/drawing/2014/main" id="{59EA6FBC-CD79-8DF0-381B-9E607C1682E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3458" y="1313277"/>
            <a:ext cx="3427746" cy="1983139"/>
          </a:xfrm>
          <a:prstGeom prst="rect">
            <a:avLst/>
          </a:prstGeom>
          <a:noFill/>
          <a:ln>
            <a:noFill/>
          </a:ln>
        </p:spPr>
      </p:pic>
      <p:pic>
        <p:nvPicPr>
          <p:cNvPr id="8" name="Imagem 7">
            <a:extLst>
              <a:ext uri="{FF2B5EF4-FFF2-40B4-BE49-F238E27FC236}">
                <a16:creationId xmlns:a16="http://schemas.microsoft.com/office/drawing/2014/main" id="{4A3E4EDE-B79D-04EB-3AA1-157F1D208256}"/>
              </a:ext>
            </a:extLst>
          </p:cNvPr>
          <p:cNvPicPr>
            <a:picLocks noChangeAspect="1"/>
          </p:cNvPicPr>
          <p:nvPr/>
        </p:nvPicPr>
        <p:blipFill>
          <a:blip r:embed="rId4"/>
          <a:stretch>
            <a:fillRect/>
          </a:stretch>
        </p:blipFill>
        <p:spPr>
          <a:xfrm>
            <a:off x="11262847" y="94660"/>
            <a:ext cx="832409" cy="906794"/>
          </a:xfrm>
          <a:prstGeom prst="rect">
            <a:avLst/>
          </a:prstGeom>
        </p:spPr>
      </p:pic>
    </p:spTree>
    <p:extLst>
      <p:ext uri="{BB962C8B-B14F-4D97-AF65-F5344CB8AC3E}">
        <p14:creationId xmlns:p14="http://schemas.microsoft.com/office/powerpoint/2010/main" val="27300287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7A51A-5250-4F6C-0EC0-15A680ADEB4F}"/>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B76D0B09-41A1-7DBE-F038-DC8237EA29BD}"/>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BAC82184-EF84-9D4B-8408-BD79B53477CF}"/>
              </a:ext>
            </a:extLst>
          </p:cNvPr>
          <p:cNvSpPr txBox="1"/>
          <p:nvPr/>
        </p:nvSpPr>
        <p:spPr>
          <a:xfrm>
            <a:off x="340360" y="995680"/>
            <a:ext cx="11506199" cy="3662541"/>
          </a:xfrm>
          <a:prstGeom prst="rect">
            <a:avLst/>
          </a:prstGeom>
          <a:noFill/>
        </p:spPr>
        <p:txBody>
          <a:bodyPr wrap="square" rtlCol="0">
            <a:spAutoFit/>
          </a:bodyPr>
          <a:lstStyle/>
          <a:p>
            <a:pPr marL="536575" indent="-536575">
              <a:buClr>
                <a:schemeClr val="accent1"/>
              </a:buClr>
              <a:buFont typeface="+mj-lt"/>
              <a:buAutoNum type="arabicPeriod" startAt="8"/>
            </a:pPr>
            <a:r>
              <a:rPr lang="pt-BR" sz="2400" b="1" dirty="0">
                <a:solidFill>
                  <a:schemeClr val="accent1"/>
                </a:solidFill>
              </a:rPr>
              <a:t>Arquitetura Cliente-Servidor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Quando utilizar o padrão de </a:t>
            </a:r>
            <a:r>
              <a:rPr lang="pt-BR" sz="2400" b="1" dirty="0">
                <a:solidFill>
                  <a:schemeClr val="accent1"/>
                </a:solidFill>
              </a:rPr>
              <a:t>Cliente Servidor</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aplicações web (ex.: plataformas de e-commerce, CMS e redes sociais)</a:t>
            </a:r>
          </a:p>
          <a:p>
            <a:pPr marL="809625" indent="-342900">
              <a:buClr>
                <a:schemeClr val="accent1"/>
              </a:buClr>
              <a:buFont typeface="Wingdings" panose="05000000000000000000" pitchFamily="2" charset="2"/>
              <a:buChar char="§"/>
            </a:pPr>
            <a:r>
              <a:rPr lang="pt-BR" sz="2000" dirty="0">
                <a:solidFill>
                  <a:schemeClr val="accent1"/>
                </a:solidFill>
              </a:rPr>
              <a:t>criação de sistemas de múltiplos clientes acessando recursos ou serviços centralizados (ex.: sistemas ERP, soluções de CRM e soluções de aplicações nativas da nuvem)</a:t>
            </a:r>
          </a:p>
          <a:p>
            <a:pPr marL="809625" indent="-342900">
              <a:buClr>
                <a:schemeClr val="accent1"/>
              </a:buClr>
              <a:buFont typeface="Wingdings" panose="05000000000000000000" pitchFamily="2" charset="2"/>
              <a:buChar char="§"/>
            </a:pPr>
            <a:r>
              <a:rPr lang="pt-BR" sz="2000" dirty="0">
                <a:solidFill>
                  <a:schemeClr val="accent1"/>
                </a:solidFill>
              </a:rPr>
              <a:t>desenvolvimento de aplicações centradas na rede (ex.: aplicativos de chat e plataformas de compartilhamento de arquivos)</a:t>
            </a:r>
          </a:p>
          <a:p>
            <a:pPr marL="809625" indent="-342900">
              <a:buClr>
                <a:schemeClr val="accent1"/>
              </a:buClr>
              <a:buFont typeface="Wingdings" panose="05000000000000000000" pitchFamily="2" charset="2"/>
              <a:buChar char="§"/>
            </a:pPr>
            <a:r>
              <a:rPr lang="pt-BR" sz="2000" dirty="0">
                <a:solidFill>
                  <a:schemeClr val="accent1"/>
                </a:solidFill>
              </a:rPr>
              <a:t>criação de aplicações baseadas em acesso a dados em tempo real ou sob demanda</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necessárias funcionalidades offline</a:t>
            </a:r>
          </a:p>
          <a:p>
            <a:pPr marL="809625" indent="-342900">
              <a:buClr>
                <a:schemeClr val="accent1"/>
              </a:buClr>
              <a:buFont typeface="Wingdings" panose="05000000000000000000" pitchFamily="2" charset="2"/>
              <a:buChar char="§"/>
            </a:pPr>
            <a:r>
              <a:rPr lang="pt-BR" sz="2000" dirty="0">
                <a:solidFill>
                  <a:schemeClr val="accent1"/>
                </a:solidFill>
              </a:rPr>
              <a:t>desenvolvimento de sistemas descentralizados</a:t>
            </a:r>
          </a:p>
        </p:txBody>
      </p:sp>
      <p:pic>
        <p:nvPicPr>
          <p:cNvPr id="4" name="Imagem 3">
            <a:extLst>
              <a:ext uri="{FF2B5EF4-FFF2-40B4-BE49-F238E27FC236}">
                <a16:creationId xmlns:a16="http://schemas.microsoft.com/office/drawing/2014/main" id="{0BAFBDD7-B545-D550-2C1E-866F8956E0F1}"/>
              </a:ext>
            </a:extLst>
          </p:cNvPr>
          <p:cNvPicPr>
            <a:picLocks noChangeAspect="1"/>
          </p:cNvPicPr>
          <p:nvPr/>
        </p:nvPicPr>
        <p:blipFill>
          <a:blip r:embed="rId3"/>
          <a:stretch>
            <a:fillRect/>
          </a:stretch>
        </p:blipFill>
        <p:spPr>
          <a:xfrm>
            <a:off x="11262847" y="94660"/>
            <a:ext cx="832409" cy="906794"/>
          </a:xfrm>
          <a:prstGeom prst="rect">
            <a:avLst/>
          </a:prstGeom>
        </p:spPr>
      </p:pic>
    </p:spTree>
    <p:extLst>
      <p:ext uri="{BB962C8B-B14F-4D97-AF65-F5344CB8AC3E}">
        <p14:creationId xmlns:p14="http://schemas.microsoft.com/office/powerpoint/2010/main" val="9153751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1AB5B-0F49-864D-1E6B-E28622CC6BB8}"/>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24DEB2EC-8EF6-D6C0-1D49-5448C1B0752A}"/>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D7F28E3D-05E1-056B-1694-07E4B4E3CACA}"/>
              </a:ext>
            </a:extLst>
          </p:cNvPr>
          <p:cNvSpPr txBox="1"/>
          <p:nvPr/>
        </p:nvSpPr>
        <p:spPr>
          <a:xfrm>
            <a:off x="340360" y="995680"/>
            <a:ext cx="11506199" cy="4585871"/>
          </a:xfrm>
          <a:prstGeom prst="rect">
            <a:avLst/>
          </a:prstGeom>
          <a:noFill/>
        </p:spPr>
        <p:txBody>
          <a:bodyPr wrap="square" rtlCol="0">
            <a:spAutoFit/>
          </a:bodyPr>
          <a:lstStyle/>
          <a:p>
            <a:pPr marL="536575" indent="-536575">
              <a:buClr>
                <a:schemeClr val="accent1"/>
              </a:buClr>
              <a:buFont typeface="+mj-lt"/>
              <a:buAutoNum type="arabicPeriod" startAt="8"/>
            </a:pPr>
            <a:r>
              <a:rPr lang="pt-BR" sz="2400" b="1" dirty="0">
                <a:solidFill>
                  <a:schemeClr val="accent1"/>
                </a:solidFill>
              </a:rPr>
              <a:t>Arquitetura Cliente-Servidor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controle centralizado de dados</a:t>
            </a:r>
          </a:p>
          <a:p>
            <a:pPr marL="809625" indent="-361950">
              <a:buClr>
                <a:schemeClr val="accent1"/>
              </a:buClr>
              <a:buFont typeface="Wingdings" panose="05000000000000000000" pitchFamily="2" charset="2"/>
              <a:buChar char="§"/>
            </a:pPr>
            <a:r>
              <a:rPr lang="pt-BR" sz="2000" dirty="0">
                <a:solidFill>
                  <a:schemeClr val="accent1"/>
                </a:solidFill>
              </a:rPr>
              <a:t>prioriza a segurança máxima com autenticação e criptografia</a:t>
            </a:r>
          </a:p>
          <a:p>
            <a:pPr marL="809625" indent="-361950">
              <a:buClr>
                <a:schemeClr val="accent1"/>
              </a:buClr>
              <a:buFont typeface="Wingdings" panose="05000000000000000000" pitchFamily="2" charset="2"/>
              <a:buChar char="§"/>
            </a:pPr>
            <a:r>
              <a:rPr lang="pt-BR" sz="2000" dirty="0">
                <a:solidFill>
                  <a:schemeClr val="accent1"/>
                </a:solidFill>
              </a:rPr>
              <a:t>permite escalonamento independente de servidores</a:t>
            </a:r>
          </a:p>
          <a:p>
            <a:pPr marL="809625" indent="-361950">
              <a:buClr>
                <a:schemeClr val="accent1"/>
              </a:buClr>
              <a:buFont typeface="Wingdings" panose="05000000000000000000" pitchFamily="2" charset="2"/>
              <a:buChar char="§"/>
            </a:pPr>
            <a:r>
              <a:rPr lang="pt-BR" sz="2000" dirty="0">
                <a:solidFill>
                  <a:schemeClr val="accent1"/>
                </a:solidFill>
              </a:rPr>
              <a:t>atualização da lógica do servidor sem exigir alterações no cliente</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sistemas de tempo real ou baixa latência podem enfrentar problemas significativos</a:t>
            </a:r>
          </a:p>
          <a:p>
            <a:pPr marL="809625" indent="-342900">
              <a:buClr>
                <a:schemeClr val="accent1"/>
              </a:buClr>
              <a:buFont typeface="Wingdings" panose="05000000000000000000" pitchFamily="2" charset="2"/>
              <a:buChar char="§"/>
            </a:pPr>
            <a:r>
              <a:rPr lang="pt-BR" sz="2000" dirty="0">
                <a:solidFill>
                  <a:schemeClr val="accent1"/>
                </a:solidFill>
              </a:rPr>
              <a:t>não adequado a sistemas que exigem comunicação em tempo real com latência ultrabaixa</a:t>
            </a:r>
          </a:p>
          <a:p>
            <a:pPr marL="809625" indent="-342900">
              <a:buClr>
                <a:schemeClr val="accent1"/>
              </a:buClr>
              <a:buFont typeface="Wingdings" panose="05000000000000000000" pitchFamily="2" charset="2"/>
              <a:buChar char="§"/>
            </a:pPr>
            <a:r>
              <a:rPr lang="pt-BR" sz="2000" dirty="0">
                <a:solidFill>
                  <a:schemeClr val="accent1"/>
                </a:solidFill>
              </a:rPr>
              <a:t>indisponibilidade do servidor pode afetar todos os clientes</a:t>
            </a:r>
          </a:p>
          <a:p>
            <a:pPr marL="809625" indent="-342900">
              <a:buClr>
                <a:schemeClr val="accent1"/>
              </a:buClr>
              <a:buFont typeface="Wingdings" panose="05000000000000000000" pitchFamily="2" charset="2"/>
              <a:buChar char="§"/>
            </a:pPr>
            <a:r>
              <a:rPr lang="pt-BR" sz="2000" dirty="0">
                <a:solidFill>
                  <a:schemeClr val="accent1"/>
                </a:solidFill>
              </a:rPr>
              <a:t>em picos de carga, pode apresentar lentidão ou sofrer falhas críticas (travamentos)</a:t>
            </a:r>
          </a:p>
          <a:p>
            <a:pPr marL="809625" indent="-342900">
              <a:buClr>
                <a:schemeClr val="accent1"/>
              </a:buClr>
              <a:buFont typeface="Wingdings" panose="05000000000000000000" pitchFamily="2" charset="2"/>
              <a:buChar char="§"/>
            </a:pPr>
            <a:r>
              <a:rPr lang="pt-BR" sz="2000" dirty="0">
                <a:solidFill>
                  <a:schemeClr val="accent1"/>
                </a:solidFill>
              </a:rPr>
              <a:t>violação de dados pode expor todas as informações dos clientes, gerando problemas de confiança e descumprimento de normas regulatórias</a:t>
            </a:r>
          </a:p>
          <a:p>
            <a:pPr marL="809625" indent="-342900">
              <a:buClr>
                <a:schemeClr val="accent1"/>
              </a:buClr>
              <a:buFont typeface="Wingdings" panose="05000000000000000000" pitchFamily="2" charset="2"/>
              <a:buChar char="§"/>
            </a:pPr>
            <a:r>
              <a:rPr lang="pt-BR" sz="2000" dirty="0">
                <a:solidFill>
                  <a:schemeClr val="accent1"/>
                </a:solidFill>
              </a:rPr>
              <a:t>necessário mecanismo de sincronização adequado para evitar inconsistências nos dados</a:t>
            </a:r>
          </a:p>
        </p:txBody>
      </p:sp>
      <p:pic>
        <p:nvPicPr>
          <p:cNvPr id="4" name="Imagem 3">
            <a:extLst>
              <a:ext uri="{FF2B5EF4-FFF2-40B4-BE49-F238E27FC236}">
                <a16:creationId xmlns:a16="http://schemas.microsoft.com/office/drawing/2014/main" id="{C0653D1A-4F45-1578-E61D-4066F68075EA}"/>
              </a:ext>
            </a:extLst>
          </p:cNvPr>
          <p:cNvPicPr>
            <a:picLocks noChangeAspect="1"/>
          </p:cNvPicPr>
          <p:nvPr/>
        </p:nvPicPr>
        <p:blipFill>
          <a:blip r:embed="rId3"/>
          <a:stretch>
            <a:fillRect/>
          </a:stretch>
        </p:blipFill>
        <p:spPr>
          <a:xfrm>
            <a:off x="11262847" y="94660"/>
            <a:ext cx="832409" cy="906794"/>
          </a:xfrm>
          <a:prstGeom prst="rect">
            <a:avLst/>
          </a:prstGeom>
        </p:spPr>
      </p:pic>
    </p:spTree>
    <p:extLst>
      <p:ext uri="{BB962C8B-B14F-4D97-AF65-F5344CB8AC3E}">
        <p14:creationId xmlns:p14="http://schemas.microsoft.com/office/powerpoint/2010/main" val="13257557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BC58B-0890-6DB3-E589-B866CABE8AB6}"/>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FEA56878-4D48-68EC-C870-D87537C06A8D}"/>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0AF31877-6C2B-12D8-BF79-228F5F913350}"/>
              </a:ext>
            </a:extLst>
          </p:cNvPr>
          <p:cNvSpPr txBox="1"/>
          <p:nvPr/>
        </p:nvSpPr>
        <p:spPr>
          <a:xfrm>
            <a:off x="340360" y="995680"/>
            <a:ext cx="11506199" cy="1754326"/>
          </a:xfrm>
          <a:prstGeom prst="rect">
            <a:avLst/>
          </a:prstGeom>
          <a:noFill/>
        </p:spPr>
        <p:txBody>
          <a:bodyPr wrap="square" rtlCol="0">
            <a:spAutoFit/>
          </a:bodyPr>
          <a:lstStyle/>
          <a:p>
            <a:pPr marL="536575" indent="-536575">
              <a:buClr>
                <a:schemeClr val="accent1"/>
              </a:buClr>
              <a:buFont typeface="+mj-lt"/>
              <a:buAutoNum type="arabicPeriod" startAt="8"/>
            </a:pPr>
            <a:r>
              <a:rPr lang="pt-BR" sz="2400" b="1" dirty="0">
                <a:solidFill>
                  <a:schemeClr val="accent1"/>
                </a:solidFill>
              </a:rPr>
              <a:t>Arquitetura Cliente-Servidor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Exemplo real de implementação do padrão de </a:t>
            </a:r>
            <a:r>
              <a:rPr lang="pt-BR" sz="2400" b="1" dirty="0">
                <a:solidFill>
                  <a:schemeClr val="accent1"/>
                </a:solidFill>
              </a:rPr>
              <a:t>Cliente-Servidor</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clientes de </a:t>
            </a:r>
            <a:r>
              <a:rPr lang="pt-BR" sz="2000" b="1" dirty="0">
                <a:solidFill>
                  <a:schemeClr val="accent1"/>
                </a:solidFill>
              </a:rPr>
              <a:t>e-Mail</a:t>
            </a:r>
            <a:r>
              <a:rPr lang="pt-BR" sz="2000" dirty="0">
                <a:solidFill>
                  <a:schemeClr val="accent1"/>
                </a:solidFill>
              </a:rPr>
              <a:t> (ex.: </a:t>
            </a:r>
            <a:r>
              <a:rPr lang="pt-BR" sz="2000" b="1" dirty="0">
                <a:solidFill>
                  <a:schemeClr val="accent1"/>
                </a:solidFill>
              </a:rPr>
              <a:t>Gmail</a:t>
            </a:r>
            <a:r>
              <a:rPr lang="pt-BR" sz="2000" dirty="0">
                <a:solidFill>
                  <a:schemeClr val="accent1"/>
                </a:solidFill>
              </a:rPr>
              <a:t> e </a:t>
            </a:r>
            <a:r>
              <a:rPr lang="pt-BR" sz="2000" b="1" dirty="0">
                <a:solidFill>
                  <a:schemeClr val="accent1"/>
                </a:solidFill>
              </a:rPr>
              <a:t>Outlook</a:t>
            </a:r>
            <a:r>
              <a:rPr lang="pt-BR" sz="2000" dirty="0">
                <a:solidFill>
                  <a:schemeClr val="accent1"/>
                </a:solidFill>
              </a:rPr>
              <a:t>): projetados com base nesse padrão</a:t>
            </a:r>
          </a:p>
          <a:p>
            <a:pPr marL="809625" indent="-361950">
              <a:buClr>
                <a:schemeClr val="accent1"/>
              </a:buClr>
              <a:buFont typeface="Wingdings" panose="05000000000000000000" pitchFamily="2" charset="2"/>
              <a:buChar char="§"/>
            </a:pPr>
            <a:r>
              <a:rPr lang="pt-BR" sz="2000" dirty="0">
                <a:solidFill>
                  <a:schemeClr val="accent1"/>
                </a:solidFill>
              </a:rPr>
              <a:t>serviços de </a:t>
            </a:r>
            <a:r>
              <a:rPr lang="pt-BR" sz="2000" b="1" dirty="0">
                <a:solidFill>
                  <a:schemeClr val="accent1"/>
                </a:solidFill>
              </a:rPr>
              <a:t>Armazenamento de Arquivos</a:t>
            </a:r>
            <a:r>
              <a:rPr lang="pt-BR" sz="2000" dirty="0">
                <a:solidFill>
                  <a:schemeClr val="accent1"/>
                </a:solidFill>
              </a:rPr>
              <a:t> (ex.: </a:t>
            </a:r>
            <a:r>
              <a:rPr lang="pt-BR" sz="2000" b="1" dirty="0">
                <a:solidFill>
                  <a:schemeClr val="accent1"/>
                </a:solidFill>
              </a:rPr>
              <a:t>Google </a:t>
            </a:r>
            <a:r>
              <a:rPr lang="pt-BR" sz="2000" b="1" dirty="0" err="1">
                <a:solidFill>
                  <a:schemeClr val="accent1"/>
                </a:solidFill>
              </a:rPr>
              <a:t>Docs</a:t>
            </a:r>
            <a:r>
              <a:rPr lang="pt-BR" sz="2000" dirty="0">
                <a:solidFill>
                  <a:schemeClr val="accent1"/>
                </a:solidFill>
              </a:rPr>
              <a:t> e </a:t>
            </a:r>
            <a:r>
              <a:rPr lang="pt-BR" sz="2000" b="1" dirty="0">
                <a:solidFill>
                  <a:schemeClr val="accent1"/>
                </a:solidFill>
              </a:rPr>
              <a:t>MS365</a:t>
            </a:r>
            <a:r>
              <a:rPr lang="pt-BR" sz="2000" dirty="0">
                <a:solidFill>
                  <a:schemeClr val="accent1"/>
                </a:solidFill>
              </a:rPr>
              <a:t>): utilizam o padrão para permitir armazenamento de arquivos centralmente e acesso a partir de diversos dispositivos</a:t>
            </a:r>
          </a:p>
        </p:txBody>
      </p:sp>
      <p:pic>
        <p:nvPicPr>
          <p:cNvPr id="4" name="Imagem 3">
            <a:extLst>
              <a:ext uri="{FF2B5EF4-FFF2-40B4-BE49-F238E27FC236}">
                <a16:creationId xmlns:a16="http://schemas.microsoft.com/office/drawing/2014/main" id="{9E80D094-66BE-C752-167C-108903AB8789}"/>
              </a:ext>
            </a:extLst>
          </p:cNvPr>
          <p:cNvPicPr>
            <a:picLocks noChangeAspect="1"/>
          </p:cNvPicPr>
          <p:nvPr/>
        </p:nvPicPr>
        <p:blipFill>
          <a:blip r:embed="rId3"/>
          <a:stretch>
            <a:fillRect/>
          </a:stretch>
        </p:blipFill>
        <p:spPr>
          <a:xfrm>
            <a:off x="11262847" y="94660"/>
            <a:ext cx="832409" cy="906794"/>
          </a:xfrm>
          <a:prstGeom prst="rect">
            <a:avLst/>
          </a:prstGeom>
        </p:spPr>
      </p:pic>
    </p:spTree>
    <p:extLst>
      <p:ext uri="{BB962C8B-B14F-4D97-AF65-F5344CB8AC3E}">
        <p14:creationId xmlns:p14="http://schemas.microsoft.com/office/powerpoint/2010/main" val="25679703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62784-4221-A32B-ADC9-CCE7F6643357}"/>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ADEB03A1-FB22-2E86-C480-D82C13B8221A}"/>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1C87432A-BEA0-77EA-5ABE-17783B3FBED2}"/>
              </a:ext>
            </a:extLst>
          </p:cNvPr>
          <p:cNvSpPr txBox="1"/>
          <p:nvPr/>
        </p:nvSpPr>
        <p:spPr>
          <a:xfrm>
            <a:off x="340361" y="995680"/>
            <a:ext cx="7906264" cy="1938992"/>
          </a:xfrm>
          <a:prstGeom prst="rect">
            <a:avLst/>
          </a:prstGeom>
          <a:noFill/>
        </p:spPr>
        <p:txBody>
          <a:bodyPr wrap="square" rtlCol="0">
            <a:spAutoFit/>
          </a:bodyPr>
          <a:lstStyle/>
          <a:p>
            <a:pPr marL="536575" indent="-536575">
              <a:buClr>
                <a:schemeClr val="accent1"/>
              </a:buClr>
              <a:buFont typeface="+mj-lt"/>
              <a:buAutoNum type="arabicPeriod" startAt="9"/>
            </a:pPr>
            <a:r>
              <a:rPr lang="pt-BR" sz="2400" b="1" dirty="0">
                <a:solidFill>
                  <a:schemeClr val="accent1"/>
                </a:solidFill>
              </a:rPr>
              <a:t>Arquitetura Event </a:t>
            </a:r>
            <a:r>
              <a:rPr lang="pt-BR" sz="2400" b="1" dirty="0" err="1">
                <a:solidFill>
                  <a:schemeClr val="accent1"/>
                </a:solidFill>
              </a:rPr>
              <a:t>Sourcing</a:t>
            </a:r>
            <a:r>
              <a:rPr lang="pt-BR" sz="2400" b="1" dirty="0">
                <a:solidFill>
                  <a:schemeClr val="accent1"/>
                </a:solidFill>
              </a:rPr>
              <a:t> </a:t>
            </a:r>
            <a:endParaRPr lang="pt-BR" sz="2400" dirty="0">
              <a:solidFill>
                <a:schemeClr val="accent1"/>
              </a:solidFill>
            </a:endParaRPr>
          </a:p>
          <a:p>
            <a:pPr indent="355600">
              <a:buClr>
                <a:schemeClr val="accent1"/>
              </a:buClr>
            </a:pPr>
            <a:r>
              <a:rPr lang="pt-BR" sz="2400" b="1" dirty="0">
                <a:solidFill>
                  <a:schemeClr val="accent1"/>
                </a:solidFill>
              </a:rPr>
              <a:t>Event </a:t>
            </a:r>
            <a:r>
              <a:rPr lang="pt-BR" sz="2400" b="1" dirty="0" err="1">
                <a:solidFill>
                  <a:schemeClr val="accent1"/>
                </a:solidFill>
              </a:rPr>
              <a:t>Sourcing</a:t>
            </a:r>
            <a:r>
              <a:rPr lang="pt-BR" sz="2400" dirty="0">
                <a:solidFill>
                  <a:schemeClr val="accent1"/>
                </a:solidFill>
              </a:rPr>
              <a:t> (Origem de Eventos) é um padrão de que captura todas as alterações no estado da aplicação como uma sequência de eventos imutáveis, armazenados em um log de apenas anexação (</a:t>
            </a:r>
            <a:r>
              <a:rPr lang="pt-BR" sz="2400" b="1" dirty="0" err="1">
                <a:solidFill>
                  <a:schemeClr val="accent1"/>
                </a:solidFill>
              </a:rPr>
              <a:t>append-only</a:t>
            </a:r>
            <a:r>
              <a:rPr lang="pt-BR" sz="2400" dirty="0">
                <a:solidFill>
                  <a:schemeClr val="accent1"/>
                </a:solidFill>
              </a:rPr>
              <a:t>). </a:t>
            </a:r>
          </a:p>
        </p:txBody>
      </p:sp>
      <p:sp>
        <p:nvSpPr>
          <p:cNvPr id="10" name="CaixaDeTexto 9">
            <a:extLst>
              <a:ext uri="{FF2B5EF4-FFF2-40B4-BE49-F238E27FC236}">
                <a16:creationId xmlns:a16="http://schemas.microsoft.com/office/drawing/2014/main" id="{9EB84738-9520-8B0C-C3B9-390CDC480D01}"/>
              </a:ext>
            </a:extLst>
          </p:cNvPr>
          <p:cNvSpPr txBox="1"/>
          <p:nvPr/>
        </p:nvSpPr>
        <p:spPr>
          <a:xfrm>
            <a:off x="349693" y="2815139"/>
            <a:ext cx="11506200" cy="1569660"/>
          </a:xfrm>
          <a:prstGeom prst="rect">
            <a:avLst/>
          </a:prstGeom>
          <a:noFill/>
        </p:spPr>
        <p:txBody>
          <a:bodyPr wrap="square" rtlCol="0">
            <a:spAutoFit/>
          </a:bodyPr>
          <a:lstStyle/>
          <a:p>
            <a:pPr indent="355600">
              <a:buClr>
                <a:schemeClr val="accent1"/>
              </a:buClr>
            </a:pPr>
            <a:r>
              <a:rPr lang="pt-BR" sz="2400" dirty="0">
                <a:solidFill>
                  <a:schemeClr val="accent1"/>
                </a:solidFill>
              </a:rPr>
              <a:t>Ele se comunica com bancos de dados, servidores web e sistemas de destino enviando um fluxo contínuo de mensagens. Essa característica o torna adequado para aplicações que lidam com dados em tempo real. Além disso, possibilita trilhas de auditoria, consultas temporais e a execução de lógicas de negócio complexas.</a:t>
            </a:r>
          </a:p>
        </p:txBody>
      </p:sp>
      <p:pic>
        <p:nvPicPr>
          <p:cNvPr id="5" name="Imagem 4">
            <a:extLst>
              <a:ext uri="{FF2B5EF4-FFF2-40B4-BE49-F238E27FC236}">
                <a16:creationId xmlns:a16="http://schemas.microsoft.com/office/drawing/2014/main" id="{9512F1B4-4FA9-37AA-2B8B-7FB397230859}"/>
              </a:ext>
            </a:extLst>
          </p:cNvPr>
          <p:cNvPicPr>
            <a:picLocks noChangeAspect="1"/>
          </p:cNvPicPr>
          <p:nvPr/>
        </p:nvPicPr>
        <p:blipFill>
          <a:blip r:embed="rId3"/>
          <a:stretch>
            <a:fillRect/>
          </a:stretch>
        </p:blipFill>
        <p:spPr>
          <a:xfrm>
            <a:off x="11176859" y="177278"/>
            <a:ext cx="935231" cy="726543"/>
          </a:xfrm>
          <a:prstGeom prst="rect">
            <a:avLst/>
          </a:prstGeom>
        </p:spPr>
      </p:pic>
      <p:pic>
        <p:nvPicPr>
          <p:cNvPr id="6" name="Imagem 5">
            <a:extLst>
              <a:ext uri="{FF2B5EF4-FFF2-40B4-BE49-F238E27FC236}">
                <a16:creationId xmlns:a16="http://schemas.microsoft.com/office/drawing/2014/main" id="{A74D816E-2313-958F-C967-12EA2D12991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129457" y="1520890"/>
            <a:ext cx="3979757" cy="846615"/>
          </a:xfrm>
          <a:prstGeom prst="rect">
            <a:avLst/>
          </a:prstGeom>
          <a:noFill/>
          <a:ln>
            <a:noFill/>
          </a:ln>
        </p:spPr>
      </p:pic>
    </p:spTree>
    <p:extLst>
      <p:ext uri="{BB962C8B-B14F-4D97-AF65-F5344CB8AC3E}">
        <p14:creationId xmlns:p14="http://schemas.microsoft.com/office/powerpoint/2010/main" val="22732005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2455-3274-37D1-2BE1-18627BE89FDD}"/>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635353ED-751D-1F9F-9180-696DA5660B99}"/>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FCE41B4C-5A1B-542C-E4D2-90CA5031B728}"/>
              </a:ext>
            </a:extLst>
          </p:cNvPr>
          <p:cNvSpPr txBox="1"/>
          <p:nvPr/>
        </p:nvSpPr>
        <p:spPr>
          <a:xfrm>
            <a:off x="340360" y="995680"/>
            <a:ext cx="11506199" cy="3970318"/>
          </a:xfrm>
          <a:prstGeom prst="rect">
            <a:avLst/>
          </a:prstGeom>
          <a:noFill/>
        </p:spPr>
        <p:txBody>
          <a:bodyPr wrap="square" rtlCol="0">
            <a:spAutoFit/>
          </a:bodyPr>
          <a:lstStyle/>
          <a:p>
            <a:pPr marL="536575" indent="-536575">
              <a:buClr>
                <a:schemeClr val="accent1"/>
              </a:buClr>
              <a:buFont typeface="+mj-lt"/>
              <a:buAutoNum type="arabicPeriod" startAt="9"/>
            </a:pPr>
            <a:r>
              <a:rPr lang="pt-BR" sz="2400" b="1" dirty="0">
                <a:solidFill>
                  <a:schemeClr val="accent1"/>
                </a:solidFill>
              </a:rPr>
              <a:t>Arquitetura Event </a:t>
            </a:r>
            <a:r>
              <a:rPr lang="pt-BR" sz="2400" b="1" dirty="0" err="1">
                <a:solidFill>
                  <a:schemeClr val="accent1"/>
                </a:solidFill>
              </a:rPr>
              <a:t>Sourcing</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Quando utilizar o padrão </a:t>
            </a:r>
            <a:r>
              <a:rPr lang="pt-BR" sz="2400" b="1" dirty="0">
                <a:solidFill>
                  <a:schemeClr val="accent1"/>
                </a:solidFill>
              </a:rPr>
              <a:t>Event </a:t>
            </a:r>
            <a:r>
              <a:rPr lang="pt-BR" sz="2400" b="1" dirty="0" err="1">
                <a:solidFill>
                  <a:schemeClr val="accent1"/>
                </a:solidFill>
              </a:rPr>
              <a:t>Sourcing</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desenvolvimento de sistemas que exigem auditoria rigorosa (ex.: setor bancário, saúde)</a:t>
            </a:r>
          </a:p>
          <a:p>
            <a:pPr marL="809625" indent="-342900">
              <a:buClr>
                <a:schemeClr val="accent1"/>
              </a:buClr>
              <a:buFont typeface="Wingdings" panose="05000000000000000000" pitchFamily="2" charset="2"/>
              <a:buChar char="§"/>
            </a:pPr>
            <a:r>
              <a:rPr lang="pt-BR" sz="2000" dirty="0">
                <a:solidFill>
                  <a:schemeClr val="accent1"/>
                </a:solidFill>
              </a:rPr>
              <a:t>necessária análise de dados temporais (ex.: "</a:t>
            </a:r>
            <a:r>
              <a:rPr lang="pt-BR" sz="2000" i="1" dirty="0">
                <a:solidFill>
                  <a:schemeClr val="accent1"/>
                </a:solidFill>
              </a:rPr>
              <a:t>Mostrar o saldo da conta em data passada</a:t>
            </a:r>
            <a:r>
              <a:rPr lang="pt-BR" sz="20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desenvolvimento de software para gerenciar fluxos de trabalho de negócios complexos (ex.: processamento de pedidos com reversões / </a:t>
            </a:r>
            <a:r>
              <a:rPr lang="pt-BR" sz="2000" dirty="0" err="1">
                <a:solidFill>
                  <a:schemeClr val="accent1"/>
                </a:solidFill>
              </a:rPr>
              <a:t>rollbacks</a:t>
            </a:r>
            <a:r>
              <a:rPr lang="pt-BR" sz="20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para implementações de </a:t>
            </a:r>
            <a:r>
              <a:rPr lang="pt-BR" sz="2000" b="1" dirty="0">
                <a:solidFill>
                  <a:schemeClr val="accent1"/>
                </a:solidFill>
              </a:rPr>
              <a:t>CQRS</a:t>
            </a:r>
            <a:r>
              <a:rPr lang="pt-BR" sz="2000" dirty="0">
                <a:solidFill>
                  <a:schemeClr val="accent1"/>
                </a:solidFill>
              </a:rPr>
              <a:t> (combina-se de forma poderosa com a Segregação de Responsabilidade de Comando e Consulta)</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aplicativo possui operações </a:t>
            </a:r>
            <a:r>
              <a:rPr lang="pt-BR" sz="2000" b="1" dirty="0">
                <a:solidFill>
                  <a:schemeClr val="accent1"/>
                </a:solidFill>
              </a:rPr>
              <a:t>CRUD</a:t>
            </a:r>
            <a:r>
              <a:rPr lang="pt-BR" sz="2000" dirty="0">
                <a:solidFill>
                  <a:schemeClr val="accent1"/>
                </a:solidFill>
              </a:rPr>
              <a:t> simples, sem necessidade de auditoria</a:t>
            </a:r>
          </a:p>
          <a:p>
            <a:pPr marL="809625" indent="-342900">
              <a:buClr>
                <a:schemeClr val="accent1"/>
              </a:buClr>
              <a:buFont typeface="Wingdings" panose="05000000000000000000" pitchFamily="2" charset="2"/>
              <a:buChar char="§"/>
            </a:pPr>
            <a:r>
              <a:rPr lang="pt-BR" sz="2000" dirty="0">
                <a:solidFill>
                  <a:schemeClr val="accent1"/>
                </a:solidFill>
              </a:rPr>
              <a:t>prioriza consistência imediata em detrimento da consistência eventual</a:t>
            </a:r>
          </a:p>
          <a:p>
            <a:pPr marL="809625" indent="-342900">
              <a:buClr>
                <a:schemeClr val="accent1"/>
              </a:buClr>
              <a:buFont typeface="Wingdings" panose="05000000000000000000" pitchFamily="2" charset="2"/>
              <a:buChar char="§"/>
            </a:pPr>
            <a:r>
              <a:rPr lang="pt-BR" sz="2000" dirty="0">
                <a:solidFill>
                  <a:schemeClr val="accent1"/>
                </a:solidFill>
              </a:rPr>
              <a:t>equipe não possui experiência em Domain-</a:t>
            </a:r>
            <a:r>
              <a:rPr lang="pt-BR" sz="2000" dirty="0" err="1">
                <a:solidFill>
                  <a:schemeClr val="accent1"/>
                </a:solidFill>
              </a:rPr>
              <a:t>Driven</a:t>
            </a:r>
            <a:r>
              <a:rPr lang="pt-BR" sz="2000" dirty="0">
                <a:solidFill>
                  <a:schemeClr val="accent1"/>
                </a:solidFill>
              </a:rPr>
              <a:t> Design (</a:t>
            </a:r>
            <a:r>
              <a:rPr lang="pt-BR" sz="2000" b="1" dirty="0">
                <a:solidFill>
                  <a:schemeClr val="accent1"/>
                </a:solidFill>
              </a:rPr>
              <a:t>DDD</a:t>
            </a:r>
            <a:r>
              <a:rPr lang="pt-BR" sz="2000" dirty="0">
                <a:solidFill>
                  <a:schemeClr val="accent1"/>
                </a:solidFill>
              </a:rPr>
              <a:t>)</a:t>
            </a:r>
          </a:p>
        </p:txBody>
      </p:sp>
      <p:pic>
        <p:nvPicPr>
          <p:cNvPr id="5" name="Imagem 4">
            <a:extLst>
              <a:ext uri="{FF2B5EF4-FFF2-40B4-BE49-F238E27FC236}">
                <a16:creationId xmlns:a16="http://schemas.microsoft.com/office/drawing/2014/main" id="{14A603F1-F4C5-0F06-9930-2D640896ED6D}"/>
              </a:ext>
            </a:extLst>
          </p:cNvPr>
          <p:cNvPicPr>
            <a:picLocks noChangeAspect="1"/>
          </p:cNvPicPr>
          <p:nvPr/>
        </p:nvPicPr>
        <p:blipFill>
          <a:blip r:embed="rId3"/>
          <a:stretch>
            <a:fillRect/>
          </a:stretch>
        </p:blipFill>
        <p:spPr>
          <a:xfrm>
            <a:off x="11176859" y="177278"/>
            <a:ext cx="935231" cy="726543"/>
          </a:xfrm>
          <a:prstGeom prst="rect">
            <a:avLst/>
          </a:prstGeom>
        </p:spPr>
      </p:pic>
    </p:spTree>
    <p:extLst>
      <p:ext uri="{BB962C8B-B14F-4D97-AF65-F5344CB8AC3E}">
        <p14:creationId xmlns:p14="http://schemas.microsoft.com/office/powerpoint/2010/main" val="20547752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AA28-DE2A-D347-564E-3FB717F10509}"/>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A65FE57-1CE4-64FB-D423-1DE54C8E07DE}"/>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F040E39C-73CF-DC3F-F696-BA4EEA67FAE0}"/>
              </a:ext>
            </a:extLst>
          </p:cNvPr>
          <p:cNvSpPr txBox="1"/>
          <p:nvPr/>
        </p:nvSpPr>
        <p:spPr>
          <a:xfrm>
            <a:off x="340360" y="995680"/>
            <a:ext cx="11506199" cy="4585871"/>
          </a:xfrm>
          <a:prstGeom prst="rect">
            <a:avLst/>
          </a:prstGeom>
          <a:noFill/>
        </p:spPr>
        <p:txBody>
          <a:bodyPr wrap="square" rtlCol="0">
            <a:spAutoFit/>
          </a:bodyPr>
          <a:lstStyle/>
          <a:p>
            <a:pPr marL="536575" indent="-536575">
              <a:buClr>
                <a:schemeClr val="accent1"/>
              </a:buClr>
              <a:buFont typeface="+mj-lt"/>
              <a:buAutoNum type="arabicPeriod" startAt="9"/>
            </a:pPr>
            <a:r>
              <a:rPr lang="pt-BR" sz="2400" b="1" dirty="0">
                <a:solidFill>
                  <a:schemeClr val="accent1"/>
                </a:solidFill>
              </a:rPr>
              <a:t>Arquitetura Event </a:t>
            </a:r>
            <a:r>
              <a:rPr lang="pt-BR" sz="2400" b="1" dirty="0" err="1">
                <a:solidFill>
                  <a:schemeClr val="accent1"/>
                </a:solidFill>
              </a:rPr>
              <a:t>Sourcing</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ideal em aplicações que oferecem um rastro de auditoria completo (ex.: "</a:t>
            </a:r>
            <a:r>
              <a:rPr lang="pt-BR" sz="2000" i="1" dirty="0">
                <a:solidFill>
                  <a:schemeClr val="accent1"/>
                </a:solidFill>
              </a:rPr>
              <a:t>Por que esta transação foi recusada em 12 de março?</a:t>
            </a:r>
            <a:r>
              <a:rPr lang="pt-BR" sz="20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flexibilidade de negócio para adicionar novas projeções sem migração de dados</a:t>
            </a:r>
          </a:p>
          <a:p>
            <a:pPr marL="809625" indent="-361950">
              <a:buClr>
                <a:schemeClr val="accent1"/>
              </a:buClr>
              <a:buFont typeface="Wingdings" panose="05000000000000000000" pitchFamily="2" charset="2"/>
              <a:buChar char="§"/>
            </a:pPr>
            <a:r>
              <a:rPr lang="pt-BR" sz="2000" dirty="0">
                <a:solidFill>
                  <a:schemeClr val="accent1"/>
                </a:solidFill>
              </a:rPr>
              <a:t>Possui recursos avançados de depuração, permitindo reproduzir eventos para investigar falhas</a:t>
            </a:r>
          </a:p>
          <a:p>
            <a:pPr marL="809625" indent="-361950">
              <a:buClr>
                <a:schemeClr val="accent1"/>
              </a:buClr>
              <a:buFont typeface="Wingdings" panose="05000000000000000000" pitchFamily="2" charset="2"/>
              <a:buChar char="§"/>
            </a:pPr>
            <a:r>
              <a:rPr lang="pt-BR" sz="2000" dirty="0">
                <a:solidFill>
                  <a:schemeClr val="accent1"/>
                </a:solidFill>
              </a:rPr>
              <a:t>alta sinergia com o padrão </a:t>
            </a:r>
            <a:r>
              <a:rPr lang="pt-BR" sz="2000" b="1" dirty="0">
                <a:solidFill>
                  <a:schemeClr val="accent1"/>
                </a:solidFill>
              </a:rPr>
              <a:t>CQRS</a:t>
            </a:r>
            <a:r>
              <a:rPr lang="pt-BR" sz="2000" dirty="0">
                <a:solidFill>
                  <a:schemeClr val="accent1"/>
                </a:solidFill>
              </a:rPr>
              <a:t> para otimizar operações de leitura separadamente da escrita</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tem curva de aprendizado íngreme, exige uma mudança da mentalidade </a:t>
            </a:r>
            <a:r>
              <a:rPr lang="pt-BR" sz="2000" b="1" dirty="0">
                <a:solidFill>
                  <a:schemeClr val="accent1"/>
                </a:solidFill>
              </a:rPr>
              <a:t>CRUD</a:t>
            </a:r>
            <a:r>
              <a:rPr lang="pt-BR" sz="2000" dirty="0">
                <a:solidFill>
                  <a:schemeClr val="accent1"/>
                </a:solidFill>
              </a:rPr>
              <a:t> para o pensamento baseado em eventos</a:t>
            </a:r>
          </a:p>
          <a:p>
            <a:pPr marL="809625" indent="-342900">
              <a:buClr>
                <a:schemeClr val="accent1"/>
              </a:buClr>
              <a:buFont typeface="Wingdings" panose="05000000000000000000" pitchFamily="2" charset="2"/>
              <a:buChar char="§"/>
            </a:pPr>
            <a:r>
              <a:rPr lang="pt-BR" sz="2000" dirty="0">
                <a:solidFill>
                  <a:schemeClr val="accent1"/>
                </a:solidFill>
              </a:rPr>
              <a:t>gestão de versões é tarefa complexa, exigindo controle de versionamento quando a estrutura dos eventos é alterada</a:t>
            </a:r>
          </a:p>
          <a:p>
            <a:pPr marL="809625" indent="-342900">
              <a:buClr>
                <a:schemeClr val="accent1"/>
              </a:buClr>
              <a:buFont typeface="Wingdings" panose="05000000000000000000" pitchFamily="2" charset="2"/>
              <a:buChar char="§"/>
            </a:pPr>
            <a:r>
              <a:rPr lang="pt-BR" sz="2000" dirty="0">
                <a:solidFill>
                  <a:schemeClr val="accent1"/>
                </a:solidFill>
              </a:rPr>
              <a:t>reconstrução do estado a partir de milhões de eventos requer o uso de </a:t>
            </a:r>
            <a:r>
              <a:rPr lang="pt-BR" sz="2000" b="1" dirty="0">
                <a:solidFill>
                  <a:schemeClr val="accent1"/>
                </a:solidFill>
              </a:rPr>
              <a:t>snapshots</a:t>
            </a:r>
          </a:p>
          <a:p>
            <a:pPr marL="809625" indent="-342900">
              <a:buClr>
                <a:schemeClr val="accent1"/>
              </a:buClr>
              <a:buFont typeface="Wingdings" panose="05000000000000000000" pitchFamily="2" charset="2"/>
              <a:buChar char="§"/>
            </a:pPr>
            <a:r>
              <a:rPr lang="pt-BR" sz="2000" dirty="0">
                <a:solidFill>
                  <a:schemeClr val="accent1"/>
                </a:solidFill>
              </a:rPr>
              <a:t>custos de armazenamento aumentam à medida que os logs de eventos crescem</a:t>
            </a:r>
          </a:p>
        </p:txBody>
      </p:sp>
      <p:pic>
        <p:nvPicPr>
          <p:cNvPr id="5" name="Imagem 4">
            <a:extLst>
              <a:ext uri="{FF2B5EF4-FFF2-40B4-BE49-F238E27FC236}">
                <a16:creationId xmlns:a16="http://schemas.microsoft.com/office/drawing/2014/main" id="{7A2A19B1-F537-DC3A-96B2-B4C1BDB006A3}"/>
              </a:ext>
            </a:extLst>
          </p:cNvPr>
          <p:cNvPicPr>
            <a:picLocks noChangeAspect="1"/>
          </p:cNvPicPr>
          <p:nvPr/>
        </p:nvPicPr>
        <p:blipFill>
          <a:blip r:embed="rId3"/>
          <a:stretch>
            <a:fillRect/>
          </a:stretch>
        </p:blipFill>
        <p:spPr>
          <a:xfrm>
            <a:off x="11176859" y="177278"/>
            <a:ext cx="935231" cy="726543"/>
          </a:xfrm>
          <a:prstGeom prst="rect">
            <a:avLst/>
          </a:prstGeom>
        </p:spPr>
      </p:pic>
    </p:spTree>
    <p:extLst>
      <p:ext uri="{BB962C8B-B14F-4D97-AF65-F5344CB8AC3E}">
        <p14:creationId xmlns:p14="http://schemas.microsoft.com/office/powerpoint/2010/main" val="22843692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5A51A-F8C2-4C7A-03FC-B62B7B3C9D2F}"/>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B800A02A-AEA3-16CD-4823-501588A73563}"/>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BF6B43B1-68A5-19DC-1739-8E29BF70C68F}"/>
              </a:ext>
            </a:extLst>
          </p:cNvPr>
          <p:cNvSpPr txBox="1"/>
          <p:nvPr/>
        </p:nvSpPr>
        <p:spPr>
          <a:xfrm>
            <a:off x="340360" y="995680"/>
            <a:ext cx="11506199" cy="3108543"/>
          </a:xfrm>
          <a:prstGeom prst="rect">
            <a:avLst/>
          </a:prstGeom>
          <a:noFill/>
        </p:spPr>
        <p:txBody>
          <a:bodyPr wrap="square" rtlCol="0">
            <a:spAutoFit/>
          </a:bodyPr>
          <a:lstStyle/>
          <a:p>
            <a:pPr marL="536575" indent="-536575">
              <a:buClr>
                <a:schemeClr val="accent1"/>
              </a:buClr>
              <a:buFont typeface="+mj-lt"/>
              <a:buAutoNum type="arabicPeriod" startAt="9"/>
            </a:pPr>
            <a:r>
              <a:rPr lang="pt-BR" sz="2400" b="1" dirty="0">
                <a:solidFill>
                  <a:schemeClr val="accent1"/>
                </a:solidFill>
              </a:rPr>
              <a:t>Arquitetura Event </a:t>
            </a:r>
            <a:r>
              <a:rPr lang="pt-BR" sz="2400" b="1" dirty="0" err="1">
                <a:solidFill>
                  <a:schemeClr val="accent1"/>
                </a:solidFill>
              </a:rPr>
              <a:t>Sourcing</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Exemplo real de implementação do padrão de </a:t>
            </a:r>
            <a:r>
              <a:rPr lang="pt-BR" sz="2400" b="1" dirty="0">
                <a:solidFill>
                  <a:schemeClr val="accent1"/>
                </a:solidFill>
              </a:rPr>
              <a:t>Event </a:t>
            </a:r>
            <a:r>
              <a:rPr lang="pt-BR" sz="2400" b="1" dirty="0" err="1">
                <a:solidFill>
                  <a:schemeClr val="accent1"/>
                </a:solidFill>
              </a:rPr>
              <a:t>Sourcing</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b="1" dirty="0" err="1">
                <a:solidFill>
                  <a:schemeClr val="accent1"/>
                </a:solidFill>
              </a:rPr>
              <a:t>Git</a:t>
            </a:r>
            <a:r>
              <a:rPr lang="pt-BR" sz="2000" dirty="0">
                <a:solidFill>
                  <a:schemeClr val="accent1"/>
                </a:solidFill>
              </a:rPr>
              <a:t>: utiliza esse padrão para controle de versão</a:t>
            </a:r>
          </a:p>
          <a:p>
            <a:pPr>
              <a:buClr>
                <a:schemeClr val="accent1"/>
              </a:buClr>
            </a:pPr>
            <a:endParaRPr lang="pt-BR" sz="800" dirty="0">
              <a:solidFill>
                <a:schemeClr val="accent1"/>
              </a:solidFill>
            </a:endParaRPr>
          </a:p>
          <a:p>
            <a:pPr indent="355600">
              <a:buClr>
                <a:schemeClr val="accent1"/>
              </a:buClr>
            </a:pPr>
            <a:r>
              <a:rPr lang="pt-BR" sz="2400" dirty="0">
                <a:solidFill>
                  <a:schemeClr val="accent1"/>
                </a:solidFill>
              </a:rPr>
              <a:t>Além disso, </a:t>
            </a:r>
            <a:r>
              <a:rPr lang="pt-BR" sz="2400" b="1" dirty="0">
                <a:solidFill>
                  <a:schemeClr val="accent1"/>
                </a:solidFill>
              </a:rPr>
              <a:t>soluções financeiras</a:t>
            </a:r>
            <a:r>
              <a:rPr lang="pt-BR" sz="2400" dirty="0">
                <a:solidFill>
                  <a:schemeClr val="accent1"/>
                </a:solidFill>
              </a:rPr>
              <a:t> utilizam esse sistema para armazenar dados de todas as transações como </a:t>
            </a:r>
            <a:r>
              <a:rPr lang="pt-BR" sz="2400" b="1" dirty="0">
                <a:solidFill>
                  <a:schemeClr val="accent1"/>
                </a:solidFill>
              </a:rPr>
              <a:t>eventos imutáveis</a:t>
            </a:r>
            <a:r>
              <a:rPr lang="pt-BR" sz="2400" dirty="0">
                <a:solidFill>
                  <a:schemeClr val="accent1"/>
                </a:solidFill>
              </a:rPr>
              <a:t>, visando à conformidade e ao suporte a investigações de </a:t>
            </a:r>
            <a:r>
              <a:rPr lang="pt-BR" sz="2400" b="1" dirty="0" err="1">
                <a:solidFill>
                  <a:schemeClr val="accent1"/>
                </a:solidFill>
              </a:rPr>
              <a:t>chargeback</a:t>
            </a:r>
            <a:r>
              <a:rPr lang="pt-BR" sz="2400" dirty="0">
                <a:solidFill>
                  <a:schemeClr val="accent1"/>
                </a:solidFill>
              </a:rPr>
              <a:t>.</a:t>
            </a:r>
          </a:p>
          <a:p>
            <a:pPr indent="355600">
              <a:buClr>
                <a:schemeClr val="accent1"/>
              </a:buClr>
            </a:pPr>
            <a:r>
              <a:rPr lang="pt-BR" sz="2400" dirty="0">
                <a:solidFill>
                  <a:schemeClr val="accent1"/>
                </a:solidFill>
              </a:rPr>
              <a:t>Plataformas de </a:t>
            </a:r>
            <a:r>
              <a:rPr lang="pt-BR" sz="2400" b="1" dirty="0">
                <a:solidFill>
                  <a:schemeClr val="accent1"/>
                </a:solidFill>
              </a:rPr>
              <a:t>Comércio Eletrônico</a:t>
            </a:r>
            <a:r>
              <a:rPr lang="pt-BR" sz="2400" dirty="0">
                <a:solidFill>
                  <a:schemeClr val="accent1"/>
                </a:solidFill>
              </a:rPr>
              <a:t> também podem utilizá-lo para rastrear o histórico completo de alterações nos pedidos.</a:t>
            </a:r>
          </a:p>
        </p:txBody>
      </p:sp>
      <p:pic>
        <p:nvPicPr>
          <p:cNvPr id="5" name="Imagem 4">
            <a:extLst>
              <a:ext uri="{FF2B5EF4-FFF2-40B4-BE49-F238E27FC236}">
                <a16:creationId xmlns:a16="http://schemas.microsoft.com/office/drawing/2014/main" id="{EA880649-4641-9BAE-09EF-9AFB8294CE00}"/>
              </a:ext>
            </a:extLst>
          </p:cNvPr>
          <p:cNvPicPr>
            <a:picLocks noChangeAspect="1"/>
          </p:cNvPicPr>
          <p:nvPr/>
        </p:nvPicPr>
        <p:blipFill>
          <a:blip r:embed="rId3"/>
          <a:stretch>
            <a:fillRect/>
          </a:stretch>
        </p:blipFill>
        <p:spPr>
          <a:xfrm>
            <a:off x="11176859" y="177278"/>
            <a:ext cx="935231" cy="726543"/>
          </a:xfrm>
          <a:prstGeom prst="rect">
            <a:avLst/>
          </a:prstGeom>
        </p:spPr>
      </p:pic>
    </p:spTree>
    <p:extLst>
      <p:ext uri="{BB962C8B-B14F-4D97-AF65-F5344CB8AC3E}">
        <p14:creationId xmlns:p14="http://schemas.microsoft.com/office/powerpoint/2010/main" val="37391980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4EB94-EAD6-8B73-E037-69A1EF479C4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B6EDC817-C08E-29BB-F22A-B155E1D9FB17}"/>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73FEFB85-8973-0460-32ED-733FDE704B2C}"/>
              </a:ext>
            </a:extLst>
          </p:cNvPr>
          <p:cNvSpPr txBox="1"/>
          <p:nvPr/>
        </p:nvSpPr>
        <p:spPr>
          <a:xfrm>
            <a:off x="340361" y="995680"/>
            <a:ext cx="7906264" cy="2308324"/>
          </a:xfrm>
          <a:prstGeom prst="rect">
            <a:avLst/>
          </a:prstGeom>
          <a:noFill/>
        </p:spPr>
        <p:txBody>
          <a:bodyPr wrap="square" rtlCol="0">
            <a:spAutoFit/>
          </a:bodyPr>
          <a:lstStyle/>
          <a:p>
            <a:pPr marL="536575" indent="-536575">
              <a:buClr>
                <a:schemeClr val="accent1"/>
              </a:buClr>
              <a:buFont typeface="+mj-lt"/>
              <a:buAutoNum type="arabicPeriod" startAt="10"/>
            </a:pPr>
            <a:r>
              <a:rPr lang="pt-BR" sz="2400" b="1" dirty="0">
                <a:solidFill>
                  <a:schemeClr val="accent1"/>
                </a:solidFill>
              </a:rPr>
              <a:t>Arquitetura Circuit </a:t>
            </a:r>
            <a:r>
              <a:rPr lang="pt-BR" sz="2400" b="1" dirty="0" err="1">
                <a:solidFill>
                  <a:schemeClr val="accent1"/>
                </a:solidFill>
              </a:rPr>
              <a:t>Breaker</a:t>
            </a:r>
            <a:endParaRPr lang="pt-BR" sz="2400" dirty="0">
              <a:solidFill>
                <a:schemeClr val="accent1"/>
              </a:solidFill>
            </a:endParaRPr>
          </a:p>
          <a:p>
            <a:pPr indent="355600">
              <a:buClr>
                <a:schemeClr val="accent1"/>
              </a:buClr>
            </a:pPr>
            <a:r>
              <a:rPr lang="pt-BR" sz="2400" dirty="0">
                <a:solidFill>
                  <a:schemeClr val="accent1"/>
                </a:solidFill>
              </a:rPr>
              <a:t>Inspirada nos </a:t>
            </a:r>
            <a:r>
              <a:rPr lang="pt-BR" sz="2400" b="1" dirty="0">
                <a:solidFill>
                  <a:schemeClr val="accent1"/>
                </a:solidFill>
              </a:rPr>
              <a:t>Disjuntores</a:t>
            </a:r>
            <a:r>
              <a:rPr lang="pt-BR" sz="2400" dirty="0">
                <a:solidFill>
                  <a:schemeClr val="accent1"/>
                </a:solidFill>
              </a:rPr>
              <a:t> elétricos, o padrão previne falhas em cascata, nas quais uma pode provocar outra, desencadeando uma reação em cadeia em sistemas distribuídos. Faz isso bloqueando temporariamente as requisições para serviços que apresentam falhas.</a:t>
            </a:r>
          </a:p>
        </p:txBody>
      </p:sp>
      <p:sp>
        <p:nvSpPr>
          <p:cNvPr id="10" name="CaixaDeTexto 9">
            <a:extLst>
              <a:ext uri="{FF2B5EF4-FFF2-40B4-BE49-F238E27FC236}">
                <a16:creationId xmlns:a16="http://schemas.microsoft.com/office/drawing/2014/main" id="{DE2CFE3D-581E-89FF-EE7E-C0B5931EACD8}"/>
              </a:ext>
            </a:extLst>
          </p:cNvPr>
          <p:cNvSpPr txBox="1"/>
          <p:nvPr/>
        </p:nvSpPr>
        <p:spPr>
          <a:xfrm>
            <a:off x="349693" y="3216348"/>
            <a:ext cx="11506200" cy="830997"/>
          </a:xfrm>
          <a:prstGeom prst="rect">
            <a:avLst/>
          </a:prstGeom>
          <a:noFill/>
        </p:spPr>
        <p:txBody>
          <a:bodyPr wrap="square" rtlCol="0">
            <a:spAutoFit/>
          </a:bodyPr>
          <a:lstStyle/>
          <a:p>
            <a:pPr indent="355600">
              <a:buClr>
                <a:schemeClr val="accent1"/>
              </a:buClr>
            </a:pPr>
            <a:r>
              <a:rPr lang="pt-BR" sz="2400" dirty="0">
                <a:solidFill>
                  <a:schemeClr val="accent1"/>
                </a:solidFill>
              </a:rPr>
              <a:t>Essa característica torna o padrão </a:t>
            </a:r>
            <a:r>
              <a:rPr lang="pt-BR" sz="2400" b="1" dirty="0">
                <a:solidFill>
                  <a:schemeClr val="accent1"/>
                </a:solidFill>
              </a:rPr>
              <a:t>Circuit </a:t>
            </a:r>
            <a:r>
              <a:rPr lang="pt-BR" sz="2400" b="1" dirty="0" err="1">
                <a:solidFill>
                  <a:schemeClr val="accent1"/>
                </a:solidFill>
              </a:rPr>
              <a:t>Breaker</a:t>
            </a:r>
            <a:r>
              <a:rPr lang="pt-BR" sz="2400" dirty="0">
                <a:solidFill>
                  <a:schemeClr val="accent1"/>
                </a:solidFill>
              </a:rPr>
              <a:t> ideal para uso em aplicações baseadas em microsserviços, ajudando a tornar o software mais tolerante a falhas. </a:t>
            </a:r>
          </a:p>
        </p:txBody>
      </p:sp>
      <p:pic>
        <p:nvPicPr>
          <p:cNvPr id="6" name="Imagem 5">
            <a:extLst>
              <a:ext uri="{FF2B5EF4-FFF2-40B4-BE49-F238E27FC236}">
                <a16:creationId xmlns:a16="http://schemas.microsoft.com/office/drawing/2014/main" id="{80E287E6-8E87-3160-E46C-DB5169ED69A2}"/>
              </a:ext>
            </a:extLst>
          </p:cNvPr>
          <p:cNvPicPr>
            <a:picLocks noChangeAspect="1"/>
          </p:cNvPicPr>
          <p:nvPr/>
        </p:nvPicPr>
        <p:blipFill>
          <a:blip r:embed="rId3"/>
          <a:stretch>
            <a:fillRect/>
          </a:stretch>
        </p:blipFill>
        <p:spPr>
          <a:xfrm>
            <a:off x="11397141" y="208180"/>
            <a:ext cx="695333" cy="695333"/>
          </a:xfrm>
          <a:prstGeom prst="rect">
            <a:avLst/>
          </a:prstGeom>
        </p:spPr>
      </p:pic>
      <p:pic>
        <p:nvPicPr>
          <p:cNvPr id="9" name="Imagem 8">
            <a:extLst>
              <a:ext uri="{FF2B5EF4-FFF2-40B4-BE49-F238E27FC236}">
                <a16:creationId xmlns:a16="http://schemas.microsoft.com/office/drawing/2014/main" id="{D44C3DE2-A77C-8B10-3442-07D82B727627}"/>
              </a:ext>
            </a:extLst>
          </p:cNvPr>
          <p:cNvPicPr>
            <a:picLocks noChangeAspect="1"/>
          </p:cNvPicPr>
          <p:nvPr/>
        </p:nvPicPr>
        <p:blipFill>
          <a:blip r:embed="rId4"/>
          <a:stretch>
            <a:fillRect/>
          </a:stretch>
        </p:blipFill>
        <p:spPr>
          <a:xfrm>
            <a:off x="8416209" y="960901"/>
            <a:ext cx="3359026" cy="2281090"/>
          </a:xfrm>
          <a:prstGeom prst="rect">
            <a:avLst/>
          </a:prstGeom>
        </p:spPr>
      </p:pic>
    </p:spTree>
    <p:extLst>
      <p:ext uri="{BB962C8B-B14F-4D97-AF65-F5344CB8AC3E}">
        <p14:creationId xmlns:p14="http://schemas.microsoft.com/office/powerpoint/2010/main" val="28780173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FF449-D26B-35C7-FC6D-E7381829BE3D}"/>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D289F7EA-D41A-829D-964F-BE59B8730B9E}"/>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F8161506-0061-EEDF-94C8-4CE80FB5C95E}"/>
              </a:ext>
            </a:extLst>
          </p:cNvPr>
          <p:cNvSpPr txBox="1"/>
          <p:nvPr/>
        </p:nvSpPr>
        <p:spPr>
          <a:xfrm>
            <a:off x="340360" y="995680"/>
            <a:ext cx="11506199" cy="2739211"/>
          </a:xfrm>
          <a:prstGeom prst="rect">
            <a:avLst/>
          </a:prstGeom>
          <a:noFill/>
        </p:spPr>
        <p:txBody>
          <a:bodyPr wrap="square" rtlCol="0">
            <a:spAutoFit/>
          </a:bodyPr>
          <a:lstStyle/>
          <a:p>
            <a:pPr marL="536575" indent="-536575">
              <a:buClr>
                <a:schemeClr val="accent1"/>
              </a:buClr>
              <a:buFont typeface="+mj-lt"/>
              <a:buAutoNum type="arabicPeriod" startAt="10"/>
            </a:pPr>
            <a:r>
              <a:rPr lang="pt-BR" sz="2400" b="1" dirty="0">
                <a:solidFill>
                  <a:schemeClr val="accent1"/>
                </a:solidFill>
              </a:rPr>
              <a:t>Arquitetura Circuit </a:t>
            </a:r>
            <a:r>
              <a:rPr lang="pt-BR" sz="2400" b="1" dirty="0" err="1">
                <a:solidFill>
                  <a:schemeClr val="accent1"/>
                </a:solidFill>
              </a:rPr>
              <a:t>Breaker</a:t>
            </a:r>
            <a:r>
              <a:rPr lang="pt-BR" sz="2400" b="1" dirty="0">
                <a:solidFill>
                  <a:schemeClr val="accent1"/>
                </a:solidFill>
              </a:rPr>
              <a:t> </a:t>
            </a:r>
            <a:r>
              <a:rPr lang="pt-BR" b="1" dirty="0">
                <a:solidFill>
                  <a:schemeClr val="accent1"/>
                </a:solidFill>
              </a:rPr>
              <a:t>(cont.)</a:t>
            </a:r>
            <a:endParaRPr lang="pt-BR" dirty="0">
              <a:solidFill>
                <a:schemeClr val="accent1"/>
              </a:solidFill>
            </a:endParaRPr>
          </a:p>
          <a:p>
            <a:pPr indent="355600">
              <a:buClr>
                <a:schemeClr val="accent1"/>
              </a:buClr>
            </a:pPr>
            <a:r>
              <a:rPr lang="pt-BR" sz="2400" dirty="0">
                <a:solidFill>
                  <a:schemeClr val="accent1"/>
                </a:solidFill>
              </a:rPr>
              <a:t>Quando utilizar o padrão </a:t>
            </a:r>
            <a:r>
              <a:rPr lang="pt-BR" sz="2400" b="1" dirty="0">
                <a:solidFill>
                  <a:schemeClr val="accent1"/>
                </a:solidFill>
              </a:rPr>
              <a:t>Circuit </a:t>
            </a:r>
            <a:r>
              <a:rPr lang="pt-BR" sz="2400" b="1" dirty="0" err="1">
                <a:solidFill>
                  <a:schemeClr val="accent1"/>
                </a:solidFill>
              </a:rPr>
              <a:t>Breaker</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ecossistemas de microsserviços (ex.: checkout de e-commerce que ativa pagamento)</a:t>
            </a:r>
          </a:p>
          <a:p>
            <a:pPr marL="809625" indent="-342900">
              <a:buClr>
                <a:schemeClr val="accent1"/>
              </a:buClr>
              <a:buFont typeface="Wingdings" panose="05000000000000000000" pitchFamily="2" charset="2"/>
              <a:buChar char="§"/>
            </a:pPr>
            <a:r>
              <a:rPr lang="pt-BR" sz="2000" dirty="0">
                <a:solidFill>
                  <a:schemeClr val="accent1"/>
                </a:solidFill>
              </a:rPr>
              <a:t>dependências de </a:t>
            </a:r>
            <a:r>
              <a:rPr lang="pt-BR" sz="2000" dirty="0" err="1">
                <a:solidFill>
                  <a:schemeClr val="accent1"/>
                </a:solidFill>
              </a:rPr>
              <a:t>API’s</a:t>
            </a:r>
            <a:r>
              <a:rPr lang="pt-BR" sz="2000" dirty="0">
                <a:solidFill>
                  <a:schemeClr val="accent1"/>
                </a:solidFill>
              </a:rPr>
              <a:t> externas (ex.: serviço de previsão do tempo em aplicativo de viagens)</a:t>
            </a:r>
          </a:p>
          <a:p>
            <a:pPr marL="809625" indent="-342900">
              <a:buClr>
                <a:schemeClr val="accent1"/>
              </a:buClr>
              <a:buFont typeface="Wingdings" panose="05000000000000000000" pitchFamily="2" charset="2"/>
              <a:buChar char="§"/>
            </a:pPr>
            <a:r>
              <a:rPr lang="pt-BR" sz="2000" dirty="0">
                <a:solidFill>
                  <a:schemeClr val="accent1"/>
                </a:solidFill>
              </a:rPr>
              <a:t>sistemas de missão crítica onde falhas são custosas (ex.: </a:t>
            </a:r>
            <a:r>
              <a:rPr lang="pt-BR" sz="2000" dirty="0" err="1">
                <a:solidFill>
                  <a:schemeClr val="accent1"/>
                </a:solidFill>
              </a:rPr>
              <a:t>API’s</a:t>
            </a:r>
            <a:r>
              <a:rPr lang="pt-BR" sz="2000" dirty="0">
                <a:solidFill>
                  <a:schemeClr val="accent1"/>
                </a:solidFill>
              </a:rPr>
              <a:t> de saúde)</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sistema não possui dependências externas</a:t>
            </a:r>
          </a:p>
          <a:p>
            <a:pPr marL="809625" indent="-342900">
              <a:buClr>
                <a:schemeClr val="accent1"/>
              </a:buClr>
              <a:buFont typeface="Wingdings" panose="05000000000000000000" pitchFamily="2" charset="2"/>
              <a:buChar char="§"/>
            </a:pPr>
            <a:r>
              <a:rPr lang="pt-BR" sz="2000" dirty="0">
                <a:solidFill>
                  <a:schemeClr val="accent1"/>
                </a:solidFill>
              </a:rPr>
              <a:t>prioriza a conclusão da solicitação em detrimento da estabilidade do sistema</a:t>
            </a:r>
          </a:p>
        </p:txBody>
      </p:sp>
      <p:pic>
        <p:nvPicPr>
          <p:cNvPr id="8" name="Imagem 7">
            <a:extLst>
              <a:ext uri="{FF2B5EF4-FFF2-40B4-BE49-F238E27FC236}">
                <a16:creationId xmlns:a16="http://schemas.microsoft.com/office/drawing/2014/main" id="{B63AD125-364E-97D0-6B68-A4AE1B01793D}"/>
              </a:ext>
            </a:extLst>
          </p:cNvPr>
          <p:cNvPicPr>
            <a:picLocks noChangeAspect="1"/>
          </p:cNvPicPr>
          <p:nvPr/>
        </p:nvPicPr>
        <p:blipFill>
          <a:blip r:embed="rId3"/>
          <a:stretch>
            <a:fillRect/>
          </a:stretch>
        </p:blipFill>
        <p:spPr>
          <a:xfrm>
            <a:off x="11397141" y="208180"/>
            <a:ext cx="695333" cy="695333"/>
          </a:xfrm>
          <a:prstGeom prst="rect">
            <a:avLst/>
          </a:prstGeom>
        </p:spPr>
      </p:pic>
    </p:spTree>
    <p:extLst>
      <p:ext uri="{BB962C8B-B14F-4D97-AF65-F5344CB8AC3E}">
        <p14:creationId xmlns:p14="http://schemas.microsoft.com/office/powerpoint/2010/main" val="10926352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5E1FE-5FD3-3D89-F729-40A6D9FC89F4}"/>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64ED1A3D-4439-0B0E-B294-ADBC09709793}"/>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C15B9430-90C5-B7B9-C7C4-2CBD8A5D520F}"/>
              </a:ext>
            </a:extLst>
          </p:cNvPr>
          <p:cNvSpPr txBox="1"/>
          <p:nvPr/>
        </p:nvSpPr>
        <p:spPr>
          <a:xfrm>
            <a:off x="340360" y="995680"/>
            <a:ext cx="11506199" cy="3354765"/>
          </a:xfrm>
          <a:prstGeom prst="rect">
            <a:avLst/>
          </a:prstGeom>
          <a:noFill/>
        </p:spPr>
        <p:txBody>
          <a:bodyPr wrap="square" rtlCol="0">
            <a:spAutoFit/>
          </a:bodyPr>
          <a:lstStyle/>
          <a:p>
            <a:pPr marL="536575" indent="-536575">
              <a:buClr>
                <a:schemeClr val="accent1"/>
              </a:buClr>
              <a:buFont typeface="+mj-lt"/>
              <a:buAutoNum type="arabicPeriod" startAt="10"/>
            </a:pPr>
            <a:r>
              <a:rPr lang="pt-BR" sz="2400" b="1" dirty="0">
                <a:solidFill>
                  <a:schemeClr val="accent1"/>
                </a:solidFill>
              </a:rPr>
              <a:t>Arquitetura Circuit </a:t>
            </a:r>
            <a:r>
              <a:rPr lang="pt-BR" sz="2400" b="1" dirty="0" err="1">
                <a:solidFill>
                  <a:schemeClr val="accent1"/>
                </a:solidFill>
              </a:rPr>
              <a:t>Breaker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isola serviços com falha para proteger o sistema como um todo</a:t>
            </a:r>
          </a:p>
          <a:p>
            <a:pPr marL="809625" indent="-361950">
              <a:buClr>
                <a:schemeClr val="accent1"/>
              </a:buClr>
              <a:buFont typeface="Wingdings" panose="05000000000000000000" pitchFamily="2" charset="2"/>
              <a:buChar char="§"/>
            </a:pPr>
            <a:r>
              <a:rPr lang="pt-BR" sz="2000" dirty="0">
                <a:solidFill>
                  <a:schemeClr val="accent1"/>
                </a:solidFill>
              </a:rPr>
              <a:t>fornece respostas de contingência (ex.: dados em cache) durante interrupções</a:t>
            </a:r>
          </a:p>
          <a:p>
            <a:pPr marL="809625" indent="-361950">
              <a:buClr>
                <a:schemeClr val="accent1"/>
              </a:buClr>
              <a:buFont typeface="Wingdings" panose="05000000000000000000" pitchFamily="2" charset="2"/>
              <a:buChar char="§"/>
            </a:pPr>
            <a:r>
              <a:rPr lang="pt-BR" sz="2000" dirty="0">
                <a:solidFill>
                  <a:schemeClr val="accent1"/>
                </a:solidFill>
              </a:rPr>
              <a:t>realiza novas tentativas automaticamente (reconexão) após períodos de timeout</a:t>
            </a:r>
          </a:p>
          <a:p>
            <a:pPr marL="809625" indent="-361950">
              <a:buClr>
                <a:schemeClr val="accent1"/>
              </a:buClr>
              <a:buFont typeface="Wingdings" panose="05000000000000000000" pitchFamily="2" charset="2"/>
              <a:buChar char="§"/>
            </a:pPr>
            <a:r>
              <a:rPr lang="pt-BR" sz="2000" dirty="0">
                <a:solidFill>
                  <a:schemeClr val="accent1"/>
                </a:solidFill>
              </a:rPr>
              <a:t>indica estados de falha claros para as equipes de operações (ex.: alertas em dashboards)</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configuração complexa, exige testes de ajuste de limites (contagem de falhas, tempo limite)</a:t>
            </a:r>
          </a:p>
          <a:p>
            <a:pPr marL="809625" indent="-342900">
              <a:buClr>
                <a:schemeClr val="accent1"/>
              </a:buClr>
              <a:buFont typeface="Wingdings" panose="05000000000000000000" pitchFamily="2" charset="2"/>
              <a:buChar char="§"/>
            </a:pPr>
            <a:r>
              <a:rPr lang="pt-BR" sz="2000" dirty="0">
                <a:solidFill>
                  <a:schemeClr val="accent1"/>
                </a:solidFill>
              </a:rPr>
              <a:t>lógica adicionada aumenta o tempo de resposta</a:t>
            </a:r>
          </a:p>
          <a:p>
            <a:pPr marL="809625" indent="-342900">
              <a:buClr>
                <a:schemeClr val="accent1"/>
              </a:buClr>
              <a:buFont typeface="Wingdings" panose="05000000000000000000" pitchFamily="2" charset="2"/>
              <a:buChar char="§"/>
            </a:pPr>
            <a:r>
              <a:rPr lang="pt-BR" sz="2000" dirty="0">
                <a:solidFill>
                  <a:schemeClr val="accent1"/>
                </a:solidFill>
              </a:rPr>
              <a:t>gestão de estado é difícil em ambientes </a:t>
            </a:r>
            <a:r>
              <a:rPr lang="pt-BR" sz="2000" b="1" dirty="0" err="1">
                <a:solidFill>
                  <a:schemeClr val="accent1"/>
                </a:solidFill>
              </a:rPr>
              <a:t>Serverless</a:t>
            </a:r>
            <a:r>
              <a:rPr lang="pt-BR" sz="2000" dirty="0">
                <a:solidFill>
                  <a:schemeClr val="accent1"/>
                </a:solidFill>
              </a:rPr>
              <a:t> distribuídos</a:t>
            </a:r>
          </a:p>
        </p:txBody>
      </p:sp>
      <p:pic>
        <p:nvPicPr>
          <p:cNvPr id="4" name="Imagem 3">
            <a:extLst>
              <a:ext uri="{FF2B5EF4-FFF2-40B4-BE49-F238E27FC236}">
                <a16:creationId xmlns:a16="http://schemas.microsoft.com/office/drawing/2014/main" id="{6D2014D3-66EC-A21A-CF25-D0511A096259}"/>
              </a:ext>
            </a:extLst>
          </p:cNvPr>
          <p:cNvPicPr>
            <a:picLocks noChangeAspect="1"/>
          </p:cNvPicPr>
          <p:nvPr/>
        </p:nvPicPr>
        <p:blipFill>
          <a:blip r:embed="rId3"/>
          <a:stretch>
            <a:fillRect/>
          </a:stretch>
        </p:blipFill>
        <p:spPr>
          <a:xfrm>
            <a:off x="11397141" y="208180"/>
            <a:ext cx="695333" cy="695333"/>
          </a:xfrm>
          <a:prstGeom prst="rect">
            <a:avLst/>
          </a:prstGeom>
        </p:spPr>
      </p:pic>
    </p:spTree>
    <p:extLst>
      <p:ext uri="{BB962C8B-B14F-4D97-AF65-F5344CB8AC3E}">
        <p14:creationId xmlns:p14="http://schemas.microsoft.com/office/powerpoint/2010/main" val="34111515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B0B73-0305-D09F-0D92-D5B4F025EF85}"/>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4105DD80-2782-E4E5-5432-F58D945615B0}"/>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46DCD2E2-E6C6-E3C3-C1C3-02BD7A3B2FF8}"/>
              </a:ext>
            </a:extLst>
          </p:cNvPr>
          <p:cNvSpPr txBox="1"/>
          <p:nvPr/>
        </p:nvSpPr>
        <p:spPr>
          <a:xfrm>
            <a:off x="340360" y="995680"/>
            <a:ext cx="11506199" cy="1754326"/>
          </a:xfrm>
          <a:prstGeom prst="rect">
            <a:avLst/>
          </a:prstGeom>
          <a:noFill/>
        </p:spPr>
        <p:txBody>
          <a:bodyPr wrap="square" rtlCol="0">
            <a:spAutoFit/>
          </a:bodyPr>
          <a:lstStyle/>
          <a:p>
            <a:pPr marL="536575" indent="-536575">
              <a:buClr>
                <a:schemeClr val="accent1"/>
              </a:buClr>
              <a:buFont typeface="+mj-lt"/>
              <a:buAutoNum type="arabicPeriod" startAt="10"/>
            </a:pPr>
            <a:r>
              <a:rPr lang="pt-BR" sz="2400" b="1" dirty="0">
                <a:solidFill>
                  <a:schemeClr val="accent1"/>
                </a:solidFill>
              </a:rPr>
              <a:t>Arquitetura Circuit </a:t>
            </a:r>
            <a:r>
              <a:rPr lang="pt-BR" sz="2400" b="1" dirty="0" err="1">
                <a:solidFill>
                  <a:schemeClr val="accent1"/>
                </a:solidFill>
              </a:rPr>
              <a:t>Breaker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Exemplo real de implementação do padrão </a:t>
            </a:r>
            <a:r>
              <a:rPr lang="pt-BR" sz="2400" b="1" dirty="0">
                <a:solidFill>
                  <a:schemeClr val="accent1"/>
                </a:solidFill>
              </a:rPr>
              <a:t>Circuit </a:t>
            </a:r>
            <a:r>
              <a:rPr lang="pt-BR" sz="2400" b="1" dirty="0" err="1">
                <a:solidFill>
                  <a:schemeClr val="accent1"/>
                </a:solidFill>
              </a:rPr>
              <a:t>Breaker</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b="1" dirty="0" err="1">
                <a:solidFill>
                  <a:schemeClr val="accent1"/>
                </a:solidFill>
              </a:rPr>
              <a:t>Hystrix</a:t>
            </a:r>
            <a:r>
              <a:rPr lang="pt-BR" sz="2000" dirty="0">
                <a:solidFill>
                  <a:schemeClr val="accent1"/>
                </a:solidFill>
              </a:rPr>
              <a:t> (biblioteca desenvolvida pela Netflix): baseia-se no padrão para oferecer resiliência a serviços de streaming</a:t>
            </a:r>
          </a:p>
          <a:p>
            <a:pPr marL="809625" indent="-361950">
              <a:buClr>
                <a:schemeClr val="accent1"/>
              </a:buClr>
              <a:buFont typeface="Wingdings" panose="05000000000000000000" pitchFamily="2" charset="2"/>
              <a:buChar char="§"/>
            </a:pPr>
            <a:r>
              <a:rPr lang="pt-BR" sz="2000" b="1" dirty="0" err="1">
                <a:solidFill>
                  <a:schemeClr val="accent1"/>
                </a:solidFill>
              </a:rPr>
              <a:t>Amazon</a:t>
            </a:r>
            <a:r>
              <a:rPr lang="pt-BR" sz="2000" dirty="0">
                <a:solidFill>
                  <a:schemeClr val="accent1"/>
                </a:solidFill>
              </a:rPr>
              <a:t>: utiliza o padrão na gestão de transações e dependências de </a:t>
            </a:r>
            <a:r>
              <a:rPr lang="pt-BR" sz="2000" dirty="0" err="1">
                <a:solidFill>
                  <a:schemeClr val="accent1"/>
                </a:solidFill>
              </a:rPr>
              <a:t>API’s</a:t>
            </a:r>
            <a:r>
              <a:rPr lang="pt-BR" sz="2000" dirty="0">
                <a:solidFill>
                  <a:schemeClr val="accent1"/>
                </a:solidFill>
              </a:rPr>
              <a:t> externas</a:t>
            </a:r>
          </a:p>
        </p:txBody>
      </p:sp>
      <p:pic>
        <p:nvPicPr>
          <p:cNvPr id="4" name="Imagem 3">
            <a:extLst>
              <a:ext uri="{FF2B5EF4-FFF2-40B4-BE49-F238E27FC236}">
                <a16:creationId xmlns:a16="http://schemas.microsoft.com/office/drawing/2014/main" id="{541A80CF-4C89-6AD4-6900-AB0C50B93A72}"/>
              </a:ext>
            </a:extLst>
          </p:cNvPr>
          <p:cNvPicPr>
            <a:picLocks noChangeAspect="1"/>
          </p:cNvPicPr>
          <p:nvPr/>
        </p:nvPicPr>
        <p:blipFill>
          <a:blip r:embed="rId3"/>
          <a:stretch>
            <a:fillRect/>
          </a:stretch>
        </p:blipFill>
        <p:spPr>
          <a:xfrm>
            <a:off x="11397141" y="208180"/>
            <a:ext cx="695333" cy="695333"/>
          </a:xfrm>
          <a:prstGeom prst="rect">
            <a:avLst/>
          </a:prstGeom>
        </p:spPr>
      </p:pic>
    </p:spTree>
    <p:extLst>
      <p:ext uri="{BB962C8B-B14F-4D97-AF65-F5344CB8AC3E}">
        <p14:creationId xmlns:p14="http://schemas.microsoft.com/office/powerpoint/2010/main" val="14969788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BE3B2-F1C3-69A8-1353-BD0873627996}"/>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BC95AA4-2014-5DCD-B29F-0CF0F01D7BC1}"/>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F2B3DFE5-A926-5EEE-0247-29D7E0AAFDBD}"/>
              </a:ext>
            </a:extLst>
          </p:cNvPr>
          <p:cNvSpPr txBox="1"/>
          <p:nvPr/>
        </p:nvSpPr>
        <p:spPr>
          <a:xfrm>
            <a:off x="340361" y="995680"/>
            <a:ext cx="7906264" cy="2308324"/>
          </a:xfrm>
          <a:prstGeom prst="rect">
            <a:avLst/>
          </a:prstGeom>
          <a:noFill/>
        </p:spPr>
        <p:txBody>
          <a:bodyPr wrap="square" rtlCol="0">
            <a:spAutoFit/>
          </a:bodyPr>
          <a:lstStyle/>
          <a:p>
            <a:pPr marL="536575" indent="-536575">
              <a:buClr>
                <a:schemeClr val="accent1"/>
              </a:buClr>
              <a:buFont typeface="+mj-lt"/>
              <a:buAutoNum type="arabicPeriod" startAt="11"/>
            </a:pPr>
            <a:r>
              <a:rPr lang="pt-BR" sz="2400" b="1" dirty="0">
                <a:solidFill>
                  <a:schemeClr val="accent1"/>
                </a:solidFill>
              </a:rPr>
              <a:t>Arquitetura Sidecar</a:t>
            </a:r>
            <a:endParaRPr lang="pt-BR" sz="2400" dirty="0">
              <a:solidFill>
                <a:schemeClr val="accent1"/>
              </a:solidFill>
            </a:endParaRPr>
          </a:p>
          <a:p>
            <a:pPr indent="355600">
              <a:buClr>
                <a:schemeClr val="accent1"/>
              </a:buClr>
            </a:pPr>
            <a:r>
              <a:rPr lang="pt-BR" sz="2400" dirty="0">
                <a:solidFill>
                  <a:schemeClr val="accent1"/>
                </a:solidFill>
              </a:rPr>
              <a:t>Na categoria de padrões modernos de arquitetura, a </a:t>
            </a:r>
            <a:r>
              <a:rPr lang="pt-BR" sz="2400" b="1" dirty="0">
                <a:solidFill>
                  <a:schemeClr val="accent1"/>
                </a:solidFill>
              </a:rPr>
              <a:t>Sidecar</a:t>
            </a:r>
            <a:r>
              <a:rPr lang="pt-BR" sz="2400" dirty="0">
                <a:solidFill>
                  <a:schemeClr val="accent1"/>
                </a:solidFill>
              </a:rPr>
              <a:t> é um padrão de projeto nativo da nuvem no qual um contêiner é utilizado para executar paralelamente a um contêiner de aplicação principal, sem modificar a lógica central desta última.</a:t>
            </a:r>
          </a:p>
        </p:txBody>
      </p:sp>
      <p:sp>
        <p:nvSpPr>
          <p:cNvPr id="10" name="CaixaDeTexto 9">
            <a:extLst>
              <a:ext uri="{FF2B5EF4-FFF2-40B4-BE49-F238E27FC236}">
                <a16:creationId xmlns:a16="http://schemas.microsoft.com/office/drawing/2014/main" id="{D3175CDC-F8D4-CEA4-8F47-0B5A26D127BE}"/>
              </a:ext>
            </a:extLst>
          </p:cNvPr>
          <p:cNvSpPr txBox="1"/>
          <p:nvPr/>
        </p:nvSpPr>
        <p:spPr>
          <a:xfrm>
            <a:off x="349693" y="3160360"/>
            <a:ext cx="11506200" cy="2308324"/>
          </a:xfrm>
          <a:prstGeom prst="rect">
            <a:avLst/>
          </a:prstGeom>
          <a:noFill/>
        </p:spPr>
        <p:txBody>
          <a:bodyPr wrap="square" rtlCol="0">
            <a:spAutoFit/>
          </a:bodyPr>
          <a:lstStyle/>
          <a:p>
            <a:pPr indent="355600">
              <a:buClr>
                <a:schemeClr val="accent1"/>
              </a:buClr>
            </a:pPr>
            <a:r>
              <a:rPr lang="pt-BR" sz="2400" dirty="0">
                <a:solidFill>
                  <a:schemeClr val="accent1"/>
                </a:solidFill>
              </a:rPr>
              <a:t>Nesse modelo, o contêiner pode incorporar funcionalidades adicionais, como registro de logs, monitoração, segurança ou sincronização de dados, para integração com a aplicação principal.</a:t>
            </a:r>
          </a:p>
          <a:p>
            <a:pPr indent="355600">
              <a:buClr>
                <a:schemeClr val="accent1"/>
              </a:buClr>
            </a:pPr>
            <a:r>
              <a:rPr lang="pt-BR" sz="2400" dirty="0">
                <a:solidFill>
                  <a:schemeClr val="accent1"/>
                </a:solidFill>
              </a:rPr>
              <a:t>O padrão atua como um "</a:t>
            </a:r>
            <a:r>
              <a:rPr lang="pt-BR" sz="2400" i="1" dirty="0">
                <a:solidFill>
                  <a:schemeClr val="accent1"/>
                </a:solidFill>
              </a:rPr>
              <a:t>copiloto</a:t>
            </a:r>
            <a:r>
              <a:rPr lang="pt-BR" sz="2400" dirty="0">
                <a:solidFill>
                  <a:schemeClr val="accent1"/>
                </a:solidFill>
              </a:rPr>
              <a:t>" do serviço principal, lidando com preocupações transversais como registro de logs, segurança e monitoramento. A demanda por esse padrão de arquitetura vem crescendo com a adoção de tecnologias nativas da nuvem.</a:t>
            </a:r>
          </a:p>
        </p:txBody>
      </p:sp>
      <p:pic>
        <p:nvPicPr>
          <p:cNvPr id="4" name="Imagem 3">
            <a:extLst>
              <a:ext uri="{FF2B5EF4-FFF2-40B4-BE49-F238E27FC236}">
                <a16:creationId xmlns:a16="http://schemas.microsoft.com/office/drawing/2014/main" id="{2019BCED-3B76-F412-41C8-8422B9D39EC2}"/>
              </a:ext>
            </a:extLst>
          </p:cNvPr>
          <p:cNvPicPr>
            <a:picLocks noChangeAspect="1"/>
          </p:cNvPicPr>
          <p:nvPr/>
        </p:nvPicPr>
        <p:blipFill>
          <a:blip r:embed="rId3"/>
          <a:stretch>
            <a:fillRect/>
          </a:stretch>
        </p:blipFill>
        <p:spPr>
          <a:xfrm>
            <a:off x="11187217" y="164895"/>
            <a:ext cx="920306" cy="746806"/>
          </a:xfrm>
          <a:prstGeom prst="rect">
            <a:avLst/>
          </a:prstGeom>
        </p:spPr>
      </p:pic>
      <p:pic>
        <p:nvPicPr>
          <p:cNvPr id="11" name="Imagem 10">
            <a:extLst>
              <a:ext uri="{FF2B5EF4-FFF2-40B4-BE49-F238E27FC236}">
                <a16:creationId xmlns:a16="http://schemas.microsoft.com/office/drawing/2014/main" id="{FF0EA7A8-9262-33CA-A6DC-F9FCE359B561}"/>
              </a:ext>
            </a:extLst>
          </p:cNvPr>
          <p:cNvPicPr>
            <a:picLocks noChangeAspect="1"/>
          </p:cNvPicPr>
          <p:nvPr/>
        </p:nvPicPr>
        <p:blipFill>
          <a:blip r:embed="rId4"/>
          <a:stretch>
            <a:fillRect/>
          </a:stretch>
        </p:blipFill>
        <p:spPr>
          <a:xfrm>
            <a:off x="8266048" y="1278292"/>
            <a:ext cx="3822813" cy="1483990"/>
          </a:xfrm>
          <a:prstGeom prst="rect">
            <a:avLst/>
          </a:prstGeom>
        </p:spPr>
      </p:pic>
    </p:spTree>
    <p:extLst>
      <p:ext uri="{BB962C8B-B14F-4D97-AF65-F5344CB8AC3E}">
        <p14:creationId xmlns:p14="http://schemas.microsoft.com/office/powerpoint/2010/main" val="40046582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EC49-E368-A46F-6277-CAB5F6309299}"/>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9E3AAB63-DECF-571C-9F38-99D95A5270F0}"/>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C72DECB5-4982-161B-4988-9156E6854446}"/>
              </a:ext>
            </a:extLst>
          </p:cNvPr>
          <p:cNvSpPr txBox="1"/>
          <p:nvPr/>
        </p:nvSpPr>
        <p:spPr>
          <a:xfrm>
            <a:off x="340360" y="995680"/>
            <a:ext cx="11506199" cy="3354765"/>
          </a:xfrm>
          <a:prstGeom prst="rect">
            <a:avLst/>
          </a:prstGeom>
          <a:noFill/>
        </p:spPr>
        <p:txBody>
          <a:bodyPr wrap="square" rtlCol="0">
            <a:spAutoFit/>
          </a:bodyPr>
          <a:lstStyle/>
          <a:p>
            <a:pPr marL="536575" indent="-536575">
              <a:buClr>
                <a:schemeClr val="accent1"/>
              </a:buClr>
              <a:buFont typeface="+mj-lt"/>
              <a:buAutoNum type="arabicPeriod" startAt="11"/>
            </a:pPr>
            <a:r>
              <a:rPr lang="pt-BR" sz="2400" b="1" dirty="0">
                <a:solidFill>
                  <a:schemeClr val="accent1"/>
                </a:solidFill>
              </a:rPr>
              <a:t>Arquitetura Sidecar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Quando utilizar o padrão </a:t>
            </a:r>
            <a:r>
              <a:rPr lang="pt-BR" sz="2400" b="1" dirty="0">
                <a:solidFill>
                  <a:schemeClr val="accent1"/>
                </a:solidFill>
              </a:rPr>
              <a:t>Sidecar</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implementação de </a:t>
            </a:r>
            <a:r>
              <a:rPr lang="pt-BR" sz="2000" b="1" dirty="0">
                <a:solidFill>
                  <a:schemeClr val="accent1"/>
                </a:solidFill>
              </a:rPr>
              <a:t>Service </a:t>
            </a:r>
            <a:r>
              <a:rPr lang="pt-BR" sz="2000" b="1" dirty="0" err="1">
                <a:solidFill>
                  <a:schemeClr val="accent1"/>
                </a:solidFill>
              </a:rPr>
              <a:t>Mesh</a:t>
            </a:r>
            <a:r>
              <a:rPr lang="pt-BR" sz="2000" dirty="0">
                <a:solidFill>
                  <a:schemeClr val="accent1"/>
                </a:solidFill>
              </a:rPr>
              <a:t> (Serviço em Malha)</a:t>
            </a:r>
            <a:endParaRPr lang="pt-BR" sz="2000" b="1" dirty="0">
              <a:solidFill>
                <a:schemeClr val="accent1"/>
              </a:solidFill>
            </a:endParaRPr>
          </a:p>
          <a:p>
            <a:pPr marL="809625" indent="-342900">
              <a:buClr>
                <a:schemeClr val="accent1"/>
              </a:buClr>
              <a:buFont typeface="Wingdings" panose="05000000000000000000" pitchFamily="2" charset="2"/>
              <a:buChar char="§"/>
            </a:pPr>
            <a:r>
              <a:rPr lang="pt-BR" sz="2000" dirty="0">
                <a:solidFill>
                  <a:schemeClr val="accent1"/>
                </a:solidFill>
              </a:rPr>
              <a:t>processos de modernização de sistemas legados (adição de telemetria a aplicações antigas sem alterações no código)</a:t>
            </a:r>
          </a:p>
          <a:p>
            <a:pPr marL="809625" indent="-342900">
              <a:buClr>
                <a:schemeClr val="accent1"/>
              </a:buClr>
              <a:buFont typeface="Wingdings" panose="05000000000000000000" pitchFamily="2" charset="2"/>
              <a:buChar char="§"/>
            </a:pPr>
            <a:r>
              <a:rPr lang="pt-BR" sz="2000" dirty="0">
                <a:solidFill>
                  <a:schemeClr val="accent1"/>
                </a:solidFill>
              </a:rPr>
              <a:t>implementação de ambientes </a:t>
            </a:r>
            <a:r>
              <a:rPr lang="pt-BR" sz="2000" b="1" dirty="0">
                <a:solidFill>
                  <a:schemeClr val="accent1"/>
                </a:solidFill>
              </a:rPr>
              <a:t>multilinguagem</a:t>
            </a:r>
            <a:r>
              <a:rPr lang="pt-BR" sz="2000" dirty="0">
                <a:solidFill>
                  <a:schemeClr val="accent1"/>
                </a:solidFill>
              </a:rPr>
              <a:t> (ex.: app Java com sidecar de ML em Python)</a:t>
            </a:r>
          </a:p>
          <a:p>
            <a:pPr marL="809625" indent="-342900">
              <a:buClr>
                <a:schemeClr val="accent1"/>
              </a:buClr>
              <a:buFont typeface="Wingdings" panose="05000000000000000000" pitchFamily="2" charset="2"/>
              <a:buChar char="§"/>
            </a:pPr>
            <a:r>
              <a:rPr lang="pt-BR" sz="2000" dirty="0">
                <a:solidFill>
                  <a:schemeClr val="accent1"/>
                </a:solidFill>
              </a:rPr>
              <a:t>liberar carga da infraestrutura (terminação SSL, limitação de taxa / </a:t>
            </a:r>
            <a:r>
              <a:rPr lang="pt-BR" sz="2000" b="1" dirty="0">
                <a:solidFill>
                  <a:schemeClr val="accent1"/>
                </a:solidFill>
              </a:rPr>
              <a:t>rate </a:t>
            </a:r>
            <a:r>
              <a:rPr lang="pt-BR" sz="2000" b="1" dirty="0" err="1">
                <a:solidFill>
                  <a:schemeClr val="accent1"/>
                </a:solidFill>
              </a:rPr>
              <a:t>limiting</a:t>
            </a:r>
            <a:r>
              <a:rPr lang="pt-BR" sz="2000" dirty="0">
                <a:solidFill>
                  <a:schemeClr val="accent1"/>
                </a:solidFill>
              </a:rPr>
              <a:t>)</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aplicativo monolítico e com necessidades simples</a:t>
            </a:r>
          </a:p>
          <a:p>
            <a:pPr marL="809625" indent="-342900">
              <a:buClr>
                <a:schemeClr val="accent1"/>
              </a:buClr>
              <a:buFont typeface="Wingdings" panose="05000000000000000000" pitchFamily="2" charset="2"/>
              <a:buChar char="§"/>
            </a:pPr>
            <a:r>
              <a:rPr lang="pt-BR" sz="2000" dirty="0">
                <a:solidFill>
                  <a:schemeClr val="accent1"/>
                </a:solidFill>
              </a:rPr>
              <a:t>Você não pode tolerar uma pequena sobrecarga de latência (~5 a 15 </a:t>
            </a:r>
            <a:r>
              <a:rPr lang="pt-BR" sz="2000" dirty="0" err="1">
                <a:solidFill>
                  <a:schemeClr val="accent1"/>
                </a:solidFill>
              </a:rPr>
              <a:t>ms</a:t>
            </a:r>
            <a:r>
              <a:rPr lang="pt-BR" sz="2000" dirty="0">
                <a:solidFill>
                  <a:schemeClr val="accent1"/>
                </a:solidFill>
              </a:rPr>
              <a:t> por chamada)</a:t>
            </a:r>
          </a:p>
        </p:txBody>
      </p:sp>
      <p:pic>
        <p:nvPicPr>
          <p:cNvPr id="4" name="Imagem 3">
            <a:extLst>
              <a:ext uri="{FF2B5EF4-FFF2-40B4-BE49-F238E27FC236}">
                <a16:creationId xmlns:a16="http://schemas.microsoft.com/office/drawing/2014/main" id="{B7953C9B-6699-CA70-168A-8ABFE5CDE58C}"/>
              </a:ext>
            </a:extLst>
          </p:cNvPr>
          <p:cNvPicPr>
            <a:picLocks noChangeAspect="1"/>
          </p:cNvPicPr>
          <p:nvPr/>
        </p:nvPicPr>
        <p:blipFill>
          <a:blip r:embed="rId3"/>
          <a:stretch>
            <a:fillRect/>
          </a:stretch>
        </p:blipFill>
        <p:spPr>
          <a:xfrm>
            <a:off x="11187217" y="164895"/>
            <a:ext cx="920306" cy="746806"/>
          </a:xfrm>
          <a:prstGeom prst="rect">
            <a:avLst/>
          </a:prstGeom>
        </p:spPr>
      </p:pic>
    </p:spTree>
    <p:extLst>
      <p:ext uri="{BB962C8B-B14F-4D97-AF65-F5344CB8AC3E}">
        <p14:creationId xmlns:p14="http://schemas.microsoft.com/office/powerpoint/2010/main" val="37955235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FB763-974D-1C44-027B-4AD5CFC1C2EC}"/>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D2E9F65-80E2-9066-442B-C3206CCC5DDE}"/>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68EAF5D2-38C5-A27C-198D-9CE586AF9B49}"/>
              </a:ext>
            </a:extLst>
          </p:cNvPr>
          <p:cNvSpPr txBox="1"/>
          <p:nvPr/>
        </p:nvSpPr>
        <p:spPr>
          <a:xfrm>
            <a:off x="340360" y="995680"/>
            <a:ext cx="11506199" cy="3970318"/>
          </a:xfrm>
          <a:prstGeom prst="rect">
            <a:avLst/>
          </a:prstGeom>
          <a:noFill/>
        </p:spPr>
        <p:txBody>
          <a:bodyPr wrap="square" rtlCol="0">
            <a:spAutoFit/>
          </a:bodyPr>
          <a:lstStyle/>
          <a:p>
            <a:pPr marL="536575" indent="-536575">
              <a:buClr>
                <a:schemeClr val="accent1"/>
              </a:buClr>
              <a:buFont typeface="+mj-lt"/>
              <a:buAutoNum type="arabicPeriod" startAt="11"/>
            </a:pPr>
            <a:r>
              <a:rPr lang="pt-BR" sz="2400" b="1" dirty="0">
                <a:solidFill>
                  <a:schemeClr val="accent1"/>
                </a:solidFill>
              </a:rPr>
              <a:t>Arquitetura Sidecar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aplicação principal permanece “</a:t>
            </a:r>
            <a:r>
              <a:rPr lang="pt-BR" sz="2000" i="1" dirty="0">
                <a:solidFill>
                  <a:schemeClr val="accent1"/>
                </a:solidFill>
              </a:rPr>
              <a:t>enxuta</a:t>
            </a:r>
            <a:r>
              <a:rPr lang="pt-BR" sz="2000" dirty="0">
                <a:solidFill>
                  <a:schemeClr val="accent1"/>
                </a:solidFill>
              </a:rPr>
              <a:t>”, enquanto os </a:t>
            </a:r>
            <a:r>
              <a:rPr lang="pt-BR" sz="2000" b="1" dirty="0">
                <a:solidFill>
                  <a:schemeClr val="accent1"/>
                </a:solidFill>
              </a:rPr>
              <a:t>Sidecars</a:t>
            </a:r>
            <a:r>
              <a:rPr lang="pt-BR" sz="2000" dirty="0">
                <a:solidFill>
                  <a:schemeClr val="accent1"/>
                </a:solidFill>
              </a:rPr>
              <a:t> cuidam da fase de descoberta de serviços (ex.: </a:t>
            </a:r>
            <a:r>
              <a:rPr lang="pt-BR" sz="2000" b="1" dirty="0">
                <a:solidFill>
                  <a:schemeClr val="accent1"/>
                </a:solidFill>
              </a:rPr>
              <a:t>Consul</a:t>
            </a:r>
            <a:r>
              <a:rPr lang="pt-BR" sz="2000" dirty="0">
                <a:solidFill>
                  <a:schemeClr val="accent1"/>
                </a:solidFill>
              </a:rPr>
              <a:t>), do TLS mútuo (ex.: </a:t>
            </a:r>
            <a:r>
              <a:rPr lang="pt-BR" sz="2000" b="1" dirty="0" err="1">
                <a:solidFill>
                  <a:schemeClr val="accent1"/>
                </a:solidFill>
              </a:rPr>
              <a:t>Istio</a:t>
            </a:r>
            <a:r>
              <a:rPr lang="pt-BR" sz="2000" dirty="0">
                <a:solidFill>
                  <a:schemeClr val="accent1"/>
                </a:solidFill>
              </a:rPr>
              <a:t>) e da coleta de métricas (ex.: </a:t>
            </a:r>
            <a:r>
              <a:rPr lang="pt-BR" sz="2000" b="1" dirty="0" err="1">
                <a:solidFill>
                  <a:schemeClr val="accent1"/>
                </a:solidFill>
              </a:rPr>
              <a:t>Prometheus</a:t>
            </a:r>
            <a:r>
              <a:rPr lang="pt-BR" sz="20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possível a adoção incremental ao adicionar múltiplos </a:t>
            </a:r>
            <a:r>
              <a:rPr lang="pt-BR" sz="2000" b="1" dirty="0">
                <a:solidFill>
                  <a:schemeClr val="accent1"/>
                </a:solidFill>
              </a:rPr>
              <a:t>Sidecars</a:t>
            </a:r>
            <a:r>
              <a:rPr lang="pt-BR" sz="2000" dirty="0">
                <a:solidFill>
                  <a:schemeClr val="accent1"/>
                </a:solidFill>
              </a:rPr>
              <a:t> à lista de serviços</a:t>
            </a:r>
          </a:p>
          <a:p>
            <a:pPr marL="809625" indent="-361950">
              <a:buClr>
                <a:schemeClr val="accent1"/>
              </a:buClr>
              <a:buFont typeface="Wingdings" panose="05000000000000000000" pitchFamily="2" charset="2"/>
              <a:buChar char="§"/>
            </a:pPr>
            <a:r>
              <a:rPr lang="pt-BR" sz="2000" dirty="0">
                <a:solidFill>
                  <a:schemeClr val="accent1"/>
                </a:solidFill>
              </a:rPr>
              <a:t>padroniza o registro de logs e a segurança em serviços poliglotas</a:t>
            </a:r>
          </a:p>
          <a:p>
            <a:pPr marL="809625" indent="-361950">
              <a:buClr>
                <a:schemeClr val="accent1"/>
              </a:buClr>
              <a:buFont typeface="Wingdings" panose="05000000000000000000" pitchFamily="2" charset="2"/>
              <a:buChar char="§"/>
            </a:pPr>
            <a:r>
              <a:rPr lang="pt-BR" sz="2000" dirty="0">
                <a:solidFill>
                  <a:schemeClr val="accent1"/>
                </a:solidFill>
              </a:rPr>
              <a:t>associa </a:t>
            </a:r>
            <a:r>
              <a:rPr lang="pt-BR" sz="2000" b="1" dirty="0">
                <a:solidFill>
                  <a:schemeClr val="accent1"/>
                </a:solidFill>
              </a:rPr>
              <a:t>Sidecars</a:t>
            </a:r>
            <a:r>
              <a:rPr lang="pt-BR" sz="2000" dirty="0">
                <a:solidFill>
                  <a:schemeClr val="accent1"/>
                </a:solidFill>
              </a:rPr>
              <a:t> a aplicações legadas para habilitar recursos nativos da nuvem (pode exigir a contratação de serviços especializados em integração na nuvem)</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eventual sobrecarga de recursos, já que cada instância de serviço requer seu próprio </a:t>
            </a:r>
            <a:r>
              <a:rPr lang="pt-BR" sz="2000" b="1" dirty="0">
                <a:solidFill>
                  <a:schemeClr val="accent1"/>
                </a:solidFill>
              </a:rPr>
              <a:t>Sidecar</a:t>
            </a:r>
          </a:p>
          <a:p>
            <a:pPr marL="809625" indent="-342900">
              <a:buClr>
                <a:schemeClr val="accent1"/>
              </a:buClr>
              <a:buFont typeface="Wingdings" panose="05000000000000000000" pitchFamily="2" charset="2"/>
              <a:buChar char="§"/>
            </a:pPr>
            <a:r>
              <a:rPr lang="pt-BR" sz="2000" dirty="0">
                <a:solidFill>
                  <a:schemeClr val="accent1"/>
                </a:solidFill>
              </a:rPr>
              <a:t>necessário rastreamento distribuído para acompanhar as requisições entre os </a:t>
            </a:r>
            <a:r>
              <a:rPr lang="pt-BR" sz="2000" b="1" dirty="0">
                <a:solidFill>
                  <a:schemeClr val="accent1"/>
                </a:solidFill>
              </a:rPr>
              <a:t>Sidecars</a:t>
            </a:r>
          </a:p>
          <a:p>
            <a:pPr marL="809625" indent="-342900">
              <a:buClr>
                <a:schemeClr val="accent1"/>
              </a:buClr>
              <a:buFont typeface="Wingdings" panose="05000000000000000000" pitchFamily="2" charset="2"/>
              <a:buChar char="§"/>
            </a:pPr>
            <a:r>
              <a:rPr lang="pt-BR" sz="2000" dirty="0">
                <a:solidFill>
                  <a:schemeClr val="accent1"/>
                </a:solidFill>
              </a:rPr>
              <a:t>soluções  em </a:t>
            </a:r>
            <a:r>
              <a:rPr lang="pt-BR" sz="2000" b="1" dirty="0" err="1">
                <a:solidFill>
                  <a:schemeClr val="accent1"/>
                </a:solidFill>
              </a:rPr>
              <a:t>Mesh</a:t>
            </a:r>
            <a:r>
              <a:rPr lang="pt-BR" sz="2000" dirty="0">
                <a:solidFill>
                  <a:schemeClr val="accent1"/>
                </a:solidFill>
              </a:rPr>
              <a:t> (como o </a:t>
            </a:r>
            <a:r>
              <a:rPr lang="pt-BR" sz="2000" b="1" dirty="0" err="1">
                <a:solidFill>
                  <a:schemeClr val="accent1"/>
                </a:solidFill>
              </a:rPr>
              <a:t>Istio</a:t>
            </a:r>
            <a:r>
              <a:rPr lang="pt-BR" sz="2000" dirty="0">
                <a:solidFill>
                  <a:schemeClr val="accent1"/>
                </a:solidFill>
              </a:rPr>
              <a:t>) apresentam curva de aprendizado íngreme</a:t>
            </a:r>
          </a:p>
        </p:txBody>
      </p:sp>
      <p:pic>
        <p:nvPicPr>
          <p:cNvPr id="5" name="Imagem 4">
            <a:extLst>
              <a:ext uri="{FF2B5EF4-FFF2-40B4-BE49-F238E27FC236}">
                <a16:creationId xmlns:a16="http://schemas.microsoft.com/office/drawing/2014/main" id="{43478C67-BBD9-649F-3A8C-BC2F502B6270}"/>
              </a:ext>
            </a:extLst>
          </p:cNvPr>
          <p:cNvPicPr>
            <a:picLocks noChangeAspect="1"/>
          </p:cNvPicPr>
          <p:nvPr/>
        </p:nvPicPr>
        <p:blipFill>
          <a:blip r:embed="rId3"/>
          <a:stretch>
            <a:fillRect/>
          </a:stretch>
        </p:blipFill>
        <p:spPr>
          <a:xfrm>
            <a:off x="11187217" y="164895"/>
            <a:ext cx="920306" cy="746806"/>
          </a:xfrm>
          <a:prstGeom prst="rect">
            <a:avLst/>
          </a:prstGeom>
        </p:spPr>
      </p:pic>
    </p:spTree>
    <p:extLst>
      <p:ext uri="{BB962C8B-B14F-4D97-AF65-F5344CB8AC3E}">
        <p14:creationId xmlns:p14="http://schemas.microsoft.com/office/powerpoint/2010/main" val="24669455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6D1E-D23C-CF36-F674-8D51EA440DF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9B35A89A-5497-DFF7-21E1-5CA162CEF440}"/>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C3FB5A8C-DF7C-252D-5688-F51A01892D2D}"/>
              </a:ext>
            </a:extLst>
          </p:cNvPr>
          <p:cNvSpPr txBox="1"/>
          <p:nvPr/>
        </p:nvSpPr>
        <p:spPr>
          <a:xfrm>
            <a:off x="340360" y="995680"/>
            <a:ext cx="11506199" cy="1754326"/>
          </a:xfrm>
          <a:prstGeom prst="rect">
            <a:avLst/>
          </a:prstGeom>
          <a:noFill/>
        </p:spPr>
        <p:txBody>
          <a:bodyPr wrap="square" rtlCol="0">
            <a:spAutoFit/>
          </a:bodyPr>
          <a:lstStyle/>
          <a:p>
            <a:pPr marL="536575" indent="-536575">
              <a:buClr>
                <a:schemeClr val="accent1"/>
              </a:buClr>
              <a:buFont typeface="+mj-lt"/>
              <a:buAutoNum type="arabicPeriod" startAt="11"/>
            </a:pPr>
            <a:r>
              <a:rPr lang="pt-BR" sz="2400" b="1" dirty="0">
                <a:solidFill>
                  <a:schemeClr val="accent1"/>
                </a:solidFill>
              </a:rPr>
              <a:t>Arquitetura Sidecar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Exemplo real de implementação do padrão </a:t>
            </a:r>
            <a:r>
              <a:rPr lang="pt-BR" sz="2400" b="1" dirty="0">
                <a:solidFill>
                  <a:schemeClr val="accent1"/>
                </a:solidFill>
              </a:rPr>
              <a:t>Sidecar</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b="1" dirty="0" err="1">
                <a:solidFill>
                  <a:schemeClr val="accent1"/>
                </a:solidFill>
              </a:rPr>
              <a:t>Kubernetes</a:t>
            </a:r>
            <a:r>
              <a:rPr lang="pt-BR" sz="2000" dirty="0">
                <a:solidFill>
                  <a:schemeClr val="accent1"/>
                </a:solidFill>
              </a:rPr>
              <a:t>: utiliza o padrão em sua arquitetura de </a:t>
            </a:r>
            <a:r>
              <a:rPr lang="pt-BR" sz="2000" b="1" dirty="0" err="1">
                <a:solidFill>
                  <a:schemeClr val="accent1"/>
                </a:solidFill>
              </a:rPr>
              <a:t>Mesh</a:t>
            </a:r>
            <a:endParaRPr lang="pt-BR" sz="2000" dirty="0">
              <a:solidFill>
                <a:schemeClr val="accent1"/>
              </a:solidFill>
            </a:endParaRPr>
          </a:p>
          <a:p>
            <a:pPr marL="809625" indent="-361950">
              <a:buClr>
                <a:schemeClr val="accent1"/>
              </a:buClr>
              <a:buFont typeface="Wingdings" panose="05000000000000000000" pitchFamily="2" charset="2"/>
              <a:buChar char="§"/>
            </a:pPr>
            <a:r>
              <a:rPr lang="pt-BR" sz="2000" b="1" dirty="0" err="1">
                <a:solidFill>
                  <a:schemeClr val="accent1"/>
                </a:solidFill>
              </a:rPr>
              <a:t>Istio</a:t>
            </a:r>
            <a:r>
              <a:rPr lang="pt-BR" sz="2000" dirty="0">
                <a:solidFill>
                  <a:schemeClr val="accent1"/>
                </a:solidFill>
              </a:rPr>
              <a:t>: utiliza para atuar como proxy do tráfego entre serviços</a:t>
            </a:r>
          </a:p>
          <a:p>
            <a:pPr marL="809625" indent="-361950">
              <a:buClr>
                <a:schemeClr val="accent1"/>
              </a:buClr>
              <a:buFont typeface="Wingdings" panose="05000000000000000000" pitchFamily="2" charset="2"/>
              <a:buChar char="§"/>
            </a:pPr>
            <a:r>
              <a:rPr lang="pt-BR" sz="2000" b="1" dirty="0" err="1">
                <a:solidFill>
                  <a:schemeClr val="accent1"/>
                </a:solidFill>
              </a:rPr>
              <a:t>DApR</a:t>
            </a:r>
            <a:r>
              <a:rPr lang="pt-BR" sz="2000" dirty="0">
                <a:solidFill>
                  <a:schemeClr val="accent1"/>
                </a:solidFill>
              </a:rPr>
              <a:t>: utiliza para o seu </a:t>
            </a:r>
            <a:r>
              <a:rPr lang="pt-BR" sz="2000" b="1" dirty="0" err="1">
                <a:solidFill>
                  <a:schemeClr val="accent1"/>
                </a:solidFill>
              </a:rPr>
              <a:t>runtime</a:t>
            </a:r>
            <a:endParaRPr lang="pt-BR" sz="2000" b="1" dirty="0">
              <a:solidFill>
                <a:schemeClr val="accent1"/>
              </a:solidFill>
            </a:endParaRPr>
          </a:p>
        </p:txBody>
      </p:sp>
      <p:pic>
        <p:nvPicPr>
          <p:cNvPr id="5" name="Imagem 4">
            <a:extLst>
              <a:ext uri="{FF2B5EF4-FFF2-40B4-BE49-F238E27FC236}">
                <a16:creationId xmlns:a16="http://schemas.microsoft.com/office/drawing/2014/main" id="{03795A07-08AF-2AAE-B770-55194C04B675}"/>
              </a:ext>
            </a:extLst>
          </p:cNvPr>
          <p:cNvPicPr>
            <a:picLocks noChangeAspect="1"/>
          </p:cNvPicPr>
          <p:nvPr/>
        </p:nvPicPr>
        <p:blipFill>
          <a:blip r:embed="rId3"/>
          <a:stretch>
            <a:fillRect/>
          </a:stretch>
        </p:blipFill>
        <p:spPr>
          <a:xfrm>
            <a:off x="11187217" y="164895"/>
            <a:ext cx="920306" cy="746806"/>
          </a:xfrm>
          <a:prstGeom prst="rect">
            <a:avLst/>
          </a:prstGeom>
        </p:spPr>
      </p:pic>
    </p:spTree>
    <p:extLst>
      <p:ext uri="{BB962C8B-B14F-4D97-AF65-F5344CB8AC3E}">
        <p14:creationId xmlns:p14="http://schemas.microsoft.com/office/powerpoint/2010/main" val="38648672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77257-45FC-FECC-F92D-7B11A2914DEA}"/>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964B0D1F-E2BC-658C-D4D5-85B4EDC99793}"/>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64ADD267-56B7-7864-DD31-D4D5E6BC36BE}"/>
              </a:ext>
            </a:extLst>
          </p:cNvPr>
          <p:cNvSpPr txBox="1"/>
          <p:nvPr/>
        </p:nvSpPr>
        <p:spPr>
          <a:xfrm>
            <a:off x="340361" y="995680"/>
            <a:ext cx="7906264" cy="2308324"/>
          </a:xfrm>
          <a:prstGeom prst="rect">
            <a:avLst/>
          </a:prstGeom>
          <a:noFill/>
        </p:spPr>
        <p:txBody>
          <a:bodyPr wrap="square" rtlCol="0">
            <a:spAutoFit/>
          </a:bodyPr>
          <a:lstStyle/>
          <a:p>
            <a:pPr marL="536575" indent="-536575">
              <a:buClr>
                <a:schemeClr val="accent1"/>
              </a:buClr>
              <a:buFont typeface="+mj-lt"/>
              <a:buAutoNum type="arabicPeriod" startAt="12"/>
            </a:pPr>
            <a:r>
              <a:rPr lang="pt-BR" sz="2400" b="1" dirty="0">
                <a:solidFill>
                  <a:schemeClr val="accent1"/>
                </a:solidFill>
              </a:rPr>
              <a:t>Arquitetura </a:t>
            </a:r>
            <a:r>
              <a:rPr lang="pt-BR" sz="2400" b="1" dirty="0" err="1">
                <a:solidFill>
                  <a:schemeClr val="accent1"/>
                </a:solidFill>
              </a:rPr>
              <a:t>Microkernel</a:t>
            </a:r>
            <a:endParaRPr lang="pt-BR" sz="2400" dirty="0">
              <a:solidFill>
                <a:schemeClr val="accent1"/>
              </a:solidFill>
            </a:endParaRPr>
          </a:p>
          <a:p>
            <a:pPr indent="355600">
              <a:buClr>
                <a:schemeClr val="accent1"/>
              </a:buClr>
            </a:pPr>
            <a:r>
              <a:rPr lang="pt-BR" sz="2400" dirty="0">
                <a:solidFill>
                  <a:schemeClr val="accent1"/>
                </a:solidFill>
              </a:rPr>
              <a:t>A arquitetura </a:t>
            </a:r>
            <a:r>
              <a:rPr lang="pt-BR" sz="2400" b="1" dirty="0" err="1">
                <a:solidFill>
                  <a:schemeClr val="accent1"/>
                </a:solidFill>
              </a:rPr>
              <a:t>Microkernel</a:t>
            </a:r>
            <a:r>
              <a:rPr lang="pt-BR" sz="2400" dirty="0">
                <a:solidFill>
                  <a:schemeClr val="accent1"/>
                </a:solidFill>
              </a:rPr>
              <a:t> desacopla funcionalidades centrais dos plug-ins para garantir modularidade. Também conhecida como arquitetura de plug-ins, esse padrão consiste em duas entidades: centrais do sistema (o micronúcleo) e recursos especializados (</a:t>
            </a:r>
            <a:r>
              <a:rPr lang="pt-BR" sz="2400" dirty="0" err="1">
                <a:solidFill>
                  <a:schemeClr val="accent1"/>
                </a:solidFill>
              </a:rPr>
              <a:t>plug-in’s</a:t>
            </a:r>
            <a:r>
              <a:rPr lang="pt-BR" sz="2400" dirty="0">
                <a:solidFill>
                  <a:schemeClr val="accent1"/>
                </a:solidFill>
              </a:rPr>
              <a:t>).</a:t>
            </a:r>
          </a:p>
        </p:txBody>
      </p:sp>
      <p:sp>
        <p:nvSpPr>
          <p:cNvPr id="10" name="CaixaDeTexto 9">
            <a:extLst>
              <a:ext uri="{FF2B5EF4-FFF2-40B4-BE49-F238E27FC236}">
                <a16:creationId xmlns:a16="http://schemas.microsoft.com/office/drawing/2014/main" id="{5F261581-7574-6CA5-4684-93A0C4C3F9CC}"/>
              </a:ext>
            </a:extLst>
          </p:cNvPr>
          <p:cNvSpPr txBox="1"/>
          <p:nvPr/>
        </p:nvSpPr>
        <p:spPr>
          <a:xfrm>
            <a:off x="349693" y="3211160"/>
            <a:ext cx="11506200" cy="3046988"/>
          </a:xfrm>
          <a:prstGeom prst="rect">
            <a:avLst/>
          </a:prstGeom>
          <a:noFill/>
        </p:spPr>
        <p:txBody>
          <a:bodyPr wrap="square" rtlCol="0">
            <a:spAutoFit/>
          </a:bodyPr>
          <a:lstStyle/>
          <a:p>
            <a:pPr indent="355600">
              <a:buClr>
                <a:schemeClr val="accent1"/>
              </a:buClr>
            </a:pPr>
            <a:r>
              <a:rPr lang="pt-BR" sz="2400" dirty="0">
                <a:solidFill>
                  <a:schemeClr val="accent1"/>
                </a:solidFill>
              </a:rPr>
              <a:t>O núcleo do sistema concentra-se nas funcionalidades essenciais para manter as operações, enquanto os módulos de plug-in são componentes independentes projetados para tarefas específicas. Por isso, o padrão de micronúcleo é adequado para aplicações modulares (como, por exemplo, </a:t>
            </a:r>
            <a:r>
              <a:rPr lang="pt-BR" sz="2400" b="1" dirty="0" err="1">
                <a:solidFill>
                  <a:schemeClr val="accent1"/>
                </a:solidFill>
              </a:rPr>
              <a:t>IDE’s</a:t>
            </a:r>
            <a:r>
              <a:rPr lang="pt-BR" sz="2400" dirty="0">
                <a:solidFill>
                  <a:schemeClr val="accent1"/>
                </a:solidFill>
              </a:rPr>
              <a:t>).</a:t>
            </a:r>
          </a:p>
          <a:p>
            <a:pPr indent="355600">
              <a:buClr>
                <a:schemeClr val="accent1"/>
              </a:buClr>
            </a:pPr>
            <a:r>
              <a:rPr lang="pt-BR" sz="2400" dirty="0">
                <a:solidFill>
                  <a:schemeClr val="accent1"/>
                </a:solidFill>
              </a:rPr>
              <a:t>Além disso, o padrão é reconhecido por ser uma opção de bom custo-benefício para pequenas empresas, porque permite adicionar funcionalidades de forma incremental, sem a necessidade de reescritas completas (ex.: ferramenta </a:t>
            </a:r>
            <a:r>
              <a:rPr lang="pt-BR" sz="2400" b="1" dirty="0">
                <a:solidFill>
                  <a:schemeClr val="accent1"/>
                </a:solidFill>
              </a:rPr>
              <a:t>SaaS</a:t>
            </a:r>
            <a:r>
              <a:rPr lang="pt-BR" sz="2400" dirty="0">
                <a:solidFill>
                  <a:schemeClr val="accent1"/>
                </a:solidFill>
              </a:rPr>
              <a:t> de pequeno porte).</a:t>
            </a:r>
          </a:p>
        </p:txBody>
      </p:sp>
      <p:pic>
        <p:nvPicPr>
          <p:cNvPr id="2" name="Imagem 1">
            <a:extLst>
              <a:ext uri="{FF2B5EF4-FFF2-40B4-BE49-F238E27FC236}">
                <a16:creationId xmlns:a16="http://schemas.microsoft.com/office/drawing/2014/main" id="{F373D2A7-DCF6-77F9-3BA3-F58BCE648A5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68306" y="1244646"/>
            <a:ext cx="3764944" cy="1888029"/>
          </a:xfrm>
          <a:prstGeom prst="rect">
            <a:avLst/>
          </a:prstGeom>
          <a:noFill/>
          <a:ln>
            <a:noFill/>
          </a:ln>
        </p:spPr>
      </p:pic>
      <p:pic>
        <p:nvPicPr>
          <p:cNvPr id="9" name="Imagem 8">
            <a:extLst>
              <a:ext uri="{FF2B5EF4-FFF2-40B4-BE49-F238E27FC236}">
                <a16:creationId xmlns:a16="http://schemas.microsoft.com/office/drawing/2014/main" id="{2AA9E80C-7410-E32D-FD82-0D223AB5E9B6}"/>
              </a:ext>
            </a:extLst>
          </p:cNvPr>
          <p:cNvPicPr>
            <a:picLocks noChangeAspect="1"/>
          </p:cNvPicPr>
          <p:nvPr/>
        </p:nvPicPr>
        <p:blipFill>
          <a:blip r:embed="rId4"/>
          <a:stretch>
            <a:fillRect/>
          </a:stretch>
        </p:blipFill>
        <p:spPr>
          <a:xfrm>
            <a:off x="11015282" y="83694"/>
            <a:ext cx="1084729" cy="967912"/>
          </a:xfrm>
          <a:prstGeom prst="rect">
            <a:avLst/>
          </a:prstGeom>
        </p:spPr>
      </p:pic>
    </p:spTree>
    <p:extLst>
      <p:ext uri="{BB962C8B-B14F-4D97-AF65-F5344CB8AC3E}">
        <p14:creationId xmlns:p14="http://schemas.microsoft.com/office/powerpoint/2010/main" val="7599523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A118F-DA57-544F-4C23-C4FD2C0CB502}"/>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45F95939-4B87-7439-8FE6-DA42BC6499DC}"/>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41FB6093-525A-7163-F18B-859CB151C619}"/>
              </a:ext>
            </a:extLst>
          </p:cNvPr>
          <p:cNvSpPr txBox="1"/>
          <p:nvPr/>
        </p:nvSpPr>
        <p:spPr>
          <a:xfrm>
            <a:off x="340360" y="995680"/>
            <a:ext cx="11506199" cy="4278094"/>
          </a:xfrm>
          <a:prstGeom prst="rect">
            <a:avLst/>
          </a:prstGeom>
          <a:noFill/>
        </p:spPr>
        <p:txBody>
          <a:bodyPr wrap="square" rtlCol="0">
            <a:spAutoFit/>
          </a:bodyPr>
          <a:lstStyle/>
          <a:p>
            <a:pPr marL="536575" indent="-536575">
              <a:buClr>
                <a:schemeClr val="accent1"/>
              </a:buClr>
              <a:buFont typeface="+mj-lt"/>
              <a:buAutoNum type="arabicPeriod" startAt="12"/>
            </a:pPr>
            <a:r>
              <a:rPr lang="pt-BR" sz="2400" b="1" dirty="0">
                <a:solidFill>
                  <a:schemeClr val="accent1"/>
                </a:solidFill>
              </a:rPr>
              <a:t>Arquitetura </a:t>
            </a:r>
            <a:r>
              <a:rPr lang="pt-BR" sz="2400" b="1" dirty="0" err="1">
                <a:solidFill>
                  <a:schemeClr val="accent1"/>
                </a:solidFill>
              </a:rPr>
              <a:t>Microkernel</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Quando utilizar o padrão </a:t>
            </a:r>
            <a:r>
              <a:rPr lang="pt-BR" sz="2400" b="1" dirty="0" err="1">
                <a:solidFill>
                  <a:schemeClr val="accent1"/>
                </a:solidFill>
              </a:rPr>
              <a:t>Microkernel</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sistemas de alta modularidade e extensibilidade (ex.: S.O. automotivos, dispositivos IoT)</a:t>
            </a:r>
          </a:p>
          <a:p>
            <a:pPr marL="809625" indent="-342900">
              <a:buClr>
                <a:schemeClr val="accent1"/>
              </a:buClr>
              <a:buFont typeface="Wingdings" panose="05000000000000000000" pitchFamily="2" charset="2"/>
              <a:buChar char="§"/>
            </a:pPr>
            <a:r>
              <a:rPr lang="pt-BR" sz="2000" dirty="0">
                <a:solidFill>
                  <a:schemeClr val="accent1"/>
                </a:solidFill>
              </a:rPr>
              <a:t>soluções com funcionalidades em evolução (ex.: </a:t>
            </a:r>
            <a:r>
              <a:rPr lang="pt-BR" sz="2000" dirty="0" err="1">
                <a:solidFill>
                  <a:schemeClr val="accent1"/>
                </a:solidFill>
              </a:rPr>
              <a:t>IDE’s</a:t>
            </a:r>
            <a:r>
              <a:rPr lang="pt-BR" sz="2000" dirty="0">
                <a:solidFill>
                  <a:schemeClr val="accent1"/>
                </a:solidFill>
              </a:rPr>
              <a:t> como </a:t>
            </a:r>
            <a:r>
              <a:rPr lang="pt-BR" sz="2000" b="1" dirty="0">
                <a:solidFill>
                  <a:schemeClr val="accent1"/>
                </a:solidFill>
              </a:rPr>
              <a:t>Eclipse</a:t>
            </a:r>
            <a:r>
              <a:rPr lang="pt-BR" sz="2000" dirty="0">
                <a:solidFill>
                  <a:schemeClr val="accent1"/>
                </a:solidFill>
              </a:rPr>
              <a:t>, CMS como </a:t>
            </a:r>
            <a:r>
              <a:rPr lang="pt-BR" sz="2000" b="1" dirty="0" err="1">
                <a:solidFill>
                  <a:schemeClr val="accent1"/>
                </a:solidFill>
              </a:rPr>
              <a:t>WordPress</a:t>
            </a:r>
            <a:r>
              <a:rPr lang="pt-BR" sz="20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cenários de atualizações / alterações de funcionalidades frequentes, mas que não devem comprometer a operação principal</a:t>
            </a:r>
          </a:p>
          <a:p>
            <a:pPr marL="809625" indent="-342900">
              <a:buClr>
                <a:schemeClr val="accent1"/>
              </a:buClr>
              <a:buFont typeface="Wingdings" panose="05000000000000000000" pitchFamily="2" charset="2"/>
              <a:buChar char="§"/>
            </a:pPr>
            <a:r>
              <a:rPr lang="pt-BR" sz="2000" dirty="0">
                <a:solidFill>
                  <a:schemeClr val="accent1"/>
                </a:solidFill>
              </a:rPr>
              <a:t>funcionalidade varia significativamente entre usuários ou implantações</a:t>
            </a:r>
          </a:p>
          <a:p>
            <a:pPr marL="809625" indent="-342900">
              <a:buClr>
                <a:schemeClr val="accent1"/>
              </a:buClr>
              <a:buFont typeface="Wingdings" panose="05000000000000000000" pitchFamily="2" charset="2"/>
              <a:buChar char="§"/>
            </a:pPr>
            <a:r>
              <a:rPr lang="pt-BR" sz="2000" dirty="0">
                <a:solidFill>
                  <a:schemeClr val="accent1"/>
                </a:solidFill>
              </a:rPr>
              <a:t>fundamental separar o núcleo de funcionalidades adicionais para garantir a estabilidade</a:t>
            </a:r>
          </a:p>
          <a:p>
            <a:pPr marL="809625" indent="-342900">
              <a:buClr>
                <a:schemeClr val="accent1"/>
              </a:buClr>
              <a:buFont typeface="Wingdings" panose="05000000000000000000" pitchFamily="2" charset="2"/>
              <a:buChar char="§"/>
            </a:pPr>
            <a:r>
              <a:rPr lang="pt-BR" sz="2000" dirty="0">
                <a:solidFill>
                  <a:schemeClr val="accent1"/>
                </a:solidFill>
              </a:rPr>
              <a:t>sistemas críticos para segurança (ex.: </a:t>
            </a:r>
            <a:r>
              <a:rPr lang="pt-BR" sz="2000" b="1" dirty="0">
                <a:solidFill>
                  <a:schemeClr val="accent1"/>
                </a:solidFill>
              </a:rPr>
              <a:t>QNX</a:t>
            </a:r>
            <a:r>
              <a:rPr lang="pt-BR" sz="2000" dirty="0">
                <a:solidFill>
                  <a:schemeClr val="accent1"/>
                </a:solidFill>
              </a:rPr>
              <a:t> em sistemas </a:t>
            </a:r>
            <a:r>
              <a:rPr lang="pt-BR" sz="2000" b="1" dirty="0">
                <a:solidFill>
                  <a:schemeClr val="accent1"/>
                </a:solidFill>
              </a:rPr>
              <a:t>ADAS</a:t>
            </a:r>
            <a:r>
              <a:rPr lang="pt-BR" sz="2000" dirty="0">
                <a:solidFill>
                  <a:schemeClr val="accent1"/>
                </a:solidFill>
              </a:rPr>
              <a:t> automotivos)</a:t>
            </a:r>
          </a:p>
          <a:p>
            <a:pPr marL="1266825" lvl="1" indent="-342900">
              <a:buClr>
                <a:schemeClr val="accent1"/>
              </a:buClr>
              <a:buFont typeface="Wingdings" panose="05000000000000000000" pitchFamily="2" charset="2"/>
              <a:buChar char="§"/>
            </a:pPr>
            <a:r>
              <a:rPr lang="pt-BR" sz="2000" dirty="0">
                <a:solidFill>
                  <a:schemeClr val="accent1"/>
                </a:solidFill>
              </a:rPr>
              <a:t>nesse caso, optar por serviços de segurança em nuvem é recomendável</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desenvolvimento de aplicações </a:t>
            </a:r>
            <a:r>
              <a:rPr lang="pt-BR" sz="2000" b="1" dirty="0">
                <a:solidFill>
                  <a:schemeClr val="accent1"/>
                </a:solidFill>
              </a:rPr>
              <a:t>monolíticas</a:t>
            </a:r>
            <a:r>
              <a:rPr lang="pt-BR" sz="2000" dirty="0">
                <a:solidFill>
                  <a:schemeClr val="accent1"/>
                </a:solidFill>
              </a:rPr>
              <a:t> de alto desempenho</a:t>
            </a:r>
          </a:p>
          <a:p>
            <a:pPr marL="809625" indent="-342900">
              <a:buClr>
                <a:schemeClr val="accent1"/>
              </a:buClr>
              <a:buFont typeface="Wingdings" panose="05000000000000000000" pitchFamily="2" charset="2"/>
              <a:buChar char="§"/>
            </a:pPr>
            <a:r>
              <a:rPr lang="pt-BR" sz="2000" dirty="0">
                <a:solidFill>
                  <a:schemeClr val="accent1"/>
                </a:solidFill>
              </a:rPr>
              <a:t>prazos apertados para o desenvolvimento de aplicações </a:t>
            </a:r>
            <a:r>
              <a:rPr lang="pt-BR" sz="2000" b="1" dirty="0">
                <a:solidFill>
                  <a:schemeClr val="accent1"/>
                </a:solidFill>
              </a:rPr>
              <a:t>CRUD</a:t>
            </a:r>
            <a:r>
              <a:rPr lang="pt-BR" sz="2000" dirty="0">
                <a:solidFill>
                  <a:schemeClr val="accent1"/>
                </a:solidFill>
              </a:rPr>
              <a:t> simples</a:t>
            </a:r>
          </a:p>
        </p:txBody>
      </p:sp>
      <p:pic>
        <p:nvPicPr>
          <p:cNvPr id="5" name="Imagem 4">
            <a:extLst>
              <a:ext uri="{FF2B5EF4-FFF2-40B4-BE49-F238E27FC236}">
                <a16:creationId xmlns:a16="http://schemas.microsoft.com/office/drawing/2014/main" id="{A1881125-CB07-0A66-482E-0FAFD24AB19D}"/>
              </a:ext>
            </a:extLst>
          </p:cNvPr>
          <p:cNvPicPr>
            <a:picLocks noChangeAspect="1"/>
          </p:cNvPicPr>
          <p:nvPr/>
        </p:nvPicPr>
        <p:blipFill>
          <a:blip r:embed="rId3"/>
          <a:stretch>
            <a:fillRect/>
          </a:stretch>
        </p:blipFill>
        <p:spPr>
          <a:xfrm>
            <a:off x="11015282" y="83694"/>
            <a:ext cx="1084729" cy="967912"/>
          </a:xfrm>
          <a:prstGeom prst="rect">
            <a:avLst/>
          </a:prstGeom>
        </p:spPr>
      </p:pic>
    </p:spTree>
    <p:extLst>
      <p:ext uri="{BB962C8B-B14F-4D97-AF65-F5344CB8AC3E}">
        <p14:creationId xmlns:p14="http://schemas.microsoft.com/office/powerpoint/2010/main" val="22779479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4A29D-DA92-5F0E-482E-C730ADB38450}"/>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73F1634-88F0-10A9-C258-BE8B956CD52C}"/>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5D415832-F5C3-7C08-BF8A-F46148E5E6C6}"/>
              </a:ext>
            </a:extLst>
          </p:cNvPr>
          <p:cNvSpPr txBox="1"/>
          <p:nvPr/>
        </p:nvSpPr>
        <p:spPr>
          <a:xfrm>
            <a:off x="340360" y="995680"/>
            <a:ext cx="11506199" cy="4278094"/>
          </a:xfrm>
          <a:prstGeom prst="rect">
            <a:avLst/>
          </a:prstGeom>
          <a:noFill/>
        </p:spPr>
        <p:txBody>
          <a:bodyPr wrap="square" rtlCol="0">
            <a:spAutoFit/>
          </a:bodyPr>
          <a:lstStyle/>
          <a:p>
            <a:pPr marL="536575" indent="-536575">
              <a:buClr>
                <a:schemeClr val="accent1"/>
              </a:buClr>
              <a:buFont typeface="+mj-lt"/>
              <a:buAutoNum type="arabicPeriod" startAt="12"/>
            </a:pPr>
            <a:r>
              <a:rPr lang="pt-BR" sz="2400" b="1" dirty="0">
                <a:solidFill>
                  <a:schemeClr val="accent1"/>
                </a:solidFill>
              </a:rPr>
              <a:t>Arquitetura </a:t>
            </a:r>
            <a:r>
              <a:rPr lang="pt-BR" sz="2400" b="1" dirty="0" err="1">
                <a:solidFill>
                  <a:schemeClr val="accent1"/>
                </a:solidFill>
              </a:rPr>
              <a:t>Microkernel</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Plug-Ins podem ser adicionados ou removidos sem alterações no núcleo</a:t>
            </a:r>
          </a:p>
          <a:p>
            <a:pPr marL="809625" indent="-361950">
              <a:buClr>
                <a:schemeClr val="accent1"/>
              </a:buClr>
              <a:buFont typeface="Wingdings" panose="05000000000000000000" pitchFamily="2" charset="2"/>
              <a:buChar char="§"/>
            </a:pPr>
            <a:r>
              <a:rPr lang="pt-BR" sz="2000" dirty="0">
                <a:solidFill>
                  <a:schemeClr val="accent1"/>
                </a:solidFill>
              </a:rPr>
              <a:t>falhas em plug-ins não travam o núcleo</a:t>
            </a:r>
          </a:p>
          <a:p>
            <a:pPr marL="809625" indent="-361950">
              <a:buClr>
                <a:schemeClr val="accent1"/>
              </a:buClr>
              <a:buFont typeface="Wingdings" panose="05000000000000000000" pitchFamily="2" charset="2"/>
              <a:buChar char="§"/>
            </a:pPr>
            <a:r>
              <a:rPr lang="pt-BR" sz="2000" dirty="0">
                <a:solidFill>
                  <a:schemeClr val="accent1"/>
                </a:solidFill>
              </a:rPr>
              <a:t>superfície de ataque do kernel é mínima</a:t>
            </a:r>
          </a:p>
          <a:p>
            <a:pPr marL="809625" indent="-361950">
              <a:buClr>
                <a:schemeClr val="accent1"/>
              </a:buClr>
              <a:buFont typeface="Wingdings" panose="05000000000000000000" pitchFamily="2" charset="2"/>
              <a:buChar char="§"/>
            </a:pPr>
            <a:r>
              <a:rPr lang="pt-BR" sz="2000" dirty="0">
                <a:solidFill>
                  <a:schemeClr val="accent1"/>
                </a:solidFill>
              </a:rPr>
              <a:t>Plug-Ins testados de forma isolada</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desafios de integração entre os sistemas principais e múltiplos plug-ins</a:t>
            </a:r>
          </a:p>
          <a:p>
            <a:pPr marL="809625" indent="-342900">
              <a:buClr>
                <a:schemeClr val="accent1"/>
              </a:buClr>
              <a:buFont typeface="Wingdings" panose="05000000000000000000" pitchFamily="2" charset="2"/>
              <a:buChar char="§"/>
            </a:pPr>
            <a:r>
              <a:rPr lang="pt-BR" sz="2000" dirty="0">
                <a:solidFill>
                  <a:schemeClr val="accent1"/>
                </a:solidFill>
              </a:rPr>
              <a:t>problemas de sobrecarga de desempenho</a:t>
            </a:r>
          </a:p>
          <a:p>
            <a:pPr marL="809625" indent="-342900">
              <a:buClr>
                <a:schemeClr val="accent1"/>
              </a:buClr>
              <a:buFont typeface="Wingdings" panose="05000000000000000000" pitchFamily="2" charset="2"/>
              <a:buChar char="§"/>
            </a:pPr>
            <a:r>
              <a:rPr lang="pt-BR" sz="2000" dirty="0">
                <a:solidFill>
                  <a:schemeClr val="accent1"/>
                </a:solidFill>
              </a:rPr>
              <a:t>exige projeto e controle de versão cuidadosos</a:t>
            </a:r>
          </a:p>
          <a:p>
            <a:pPr marL="809625" indent="-342900">
              <a:buClr>
                <a:schemeClr val="accent1"/>
              </a:buClr>
              <a:buFont typeface="Wingdings" panose="05000000000000000000" pitchFamily="2" charset="2"/>
              <a:buChar char="§"/>
            </a:pPr>
            <a:r>
              <a:rPr lang="pt-BR" sz="2000" dirty="0">
                <a:solidFill>
                  <a:schemeClr val="accent1"/>
                </a:solidFill>
              </a:rPr>
              <a:t>plug-ins com interdependências, gerando complexidade no versionamento e  atualizações</a:t>
            </a:r>
          </a:p>
          <a:p>
            <a:pPr marL="809625" indent="-342900">
              <a:buClr>
                <a:schemeClr val="accent1"/>
              </a:buClr>
              <a:buFont typeface="Wingdings" panose="05000000000000000000" pitchFamily="2" charset="2"/>
              <a:buChar char="§"/>
            </a:pPr>
            <a:r>
              <a:rPr lang="pt-BR" sz="2000" dirty="0">
                <a:solidFill>
                  <a:schemeClr val="accent1"/>
                </a:solidFill>
              </a:rPr>
              <a:t>gestão de plug-ins leva a um maior consumo de memória e processamento</a:t>
            </a:r>
          </a:p>
          <a:p>
            <a:pPr marL="809625" indent="-342900">
              <a:buClr>
                <a:schemeClr val="accent1"/>
              </a:buClr>
              <a:buFont typeface="Wingdings" panose="05000000000000000000" pitchFamily="2" charset="2"/>
              <a:buChar char="§"/>
            </a:pPr>
            <a:r>
              <a:rPr lang="pt-BR" sz="2000" dirty="0">
                <a:solidFill>
                  <a:schemeClr val="accent1"/>
                </a:solidFill>
              </a:rPr>
              <a:t>sistema principal pode se tornar um gargalo para aplicações distribuídas</a:t>
            </a:r>
          </a:p>
        </p:txBody>
      </p:sp>
      <p:pic>
        <p:nvPicPr>
          <p:cNvPr id="4" name="Imagem 3">
            <a:extLst>
              <a:ext uri="{FF2B5EF4-FFF2-40B4-BE49-F238E27FC236}">
                <a16:creationId xmlns:a16="http://schemas.microsoft.com/office/drawing/2014/main" id="{2A194760-2B21-88D2-0A03-C56AB9136141}"/>
              </a:ext>
            </a:extLst>
          </p:cNvPr>
          <p:cNvPicPr>
            <a:picLocks noChangeAspect="1"/>
          </p:cNvPicPr>
          <p:nvPr/>
        </p:nvPicPr>
        <p:blipFill>
          <a:blip r:embed="rId3"/>
          <a:stretch>
            <a:fillRect/>
          </a:stretch>
        </p:blipFill>
        <p:spPr>
          <a:xfrm>
            <a:off x="11015282" y="83694"/>
            <a:ext cx="1084729" cy="967912"/>
          </a:xfrm>
          <a:prstGeom prst="rect">
            <a:avLst/>
          </a:prstGeom>
        </p:spPr>
      </p:pic>
    </p:spTree>
    <p:extLst>
      <p:ext uri="{BB962C8B-B14F-4D97-AF65-F5344CB8AC3E}">
        <p14:creationId xmlns:p14="http://schemas.microsoft.com/office/powerpoint/2010/main" val="27504911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A9FF8-6386-E759-DCD6-CEEA45102B93}"/>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5CE7D48-14F1-8BD8-D159-A4D28BC763CB}"/>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EC388CB8-8972-61A9-26B4-25D1ADC884FF}"/>
              </a:ext>
            </a:extLst>
          </p:cNvPr>
          <p:cNvSpPr txBox="1"/>
          <p:nvPr/>
        </p:nvSpPr>
        <p:spPr>
          <a:xfrm>
            <a:off x="340360" y="995680"/>
            <a:ext cx="11506199" cy="1754326"/>
          </a:xfrm>
          <a:prstGeom prst="rect">
            <a:avLst/>
          </a:prstGeom>
          <a:noFill/>
        </p:spPr>
        <p:txBody>
          <a:bodyPr wrap="square" rtlCol="0">
            <a:spAutoFit/>
          </a:bodyPr>
          <a:lstStyle/>
          <a:p>
            <a:pPr marL="536575" indent="-536575">
              <a:buClr>
                <a:schemeClr val="accent1"/>
              </a:buClr>
              <a:buFont typeface="+mj-lt"/>
              <a:buAutoNum type="arabicPeriod" startAt="12"/>
            </a:pPr>
            <a:r>
              <a:rPr lang="pt-BR" sz="2400" b="1" dirty="0">
                <a:solidFill>
                  <a:schemeClr val="accent1"/>
                </a:solidFill>
              </a:rPr>
              <a:t>Arquitetura </a:t>
            </a:r>
            <a:r>
              <a:rPr lang="pt-BR" sz="2400" b="1" dirty="0" err="1">
                <a:solidFill>
                  <a:schemeClr val="accent1"/>
                </a:solidFill>
              </a:rPr>
              <a:t>Microkernel</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Exemplo real de implementação do padrão </a:t>
            </a:r>
            <a:r>
              <a:rPr lang="pt-BR" sz="2400" b="1" dirty="0" err="1">
                <a:solidFill>
                  <a:schemeClr val="accent1"/>
                </a:solidFill>
              </a:rPr>
              <a:t>Microkernel</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b="1" dirty="0">
                <a:solidFill>
                  <a:schemeClr val="accent1"/>
                </a:solidFill>
              </a:rPr>
              <a:t>Eclipse IDE</a:t>
            </a:r>
            <a:r>
              <a:rPr lang="pt-BR" sz="2000" dirty="0">
                <a:solidFill>
                  <a:schemeClr val="accent1"/>
                </a:solidFill>
              </a:rPr>
              <a:t>: utiliza essa arquitetura baseada em plugins para estender suas funcionalidades</a:t>
            </a:r>
          </a:p>
          <a:p>
            <a:pPr marL="809625" indent="-361950">
              <a:buClr>
                <a:schemeClr val="accent1"/>
              </a:buClr>
              <a:buFont typeface="Wingdings" panose="05000000000000000000" pitchFamily="2" charset="2"/>
              <a:buChar char="§"/>
            </a:pPr>
            <a:r>
              <a:rPr lang="pt-BR" sz="2000" b="1" dirty="0" err="1">
                <a:solidFill>
                  <a:schemeClr val="accent1"/>
                </a:solidFill>
              </a:rPr>
              <a:t>WordPress</a:t>
            </a:r>
            <a:r>
              <a:rPr lang="pt-BR" sz="2000" b="1" dirty="0">
                <a:solidFill>
                  <a:schemeClr val="accent1"/>
                </a:solidFill>
              </a:rPr>
              <a:t> / </a:t>
            </a:r>
            <a:r>
              <a:rPr lang="pt-BR" sz="2000" b="1" dirty="0" err="1">
                <a:solidFill>
                  <a:schemeClr val="accent1"/>
                </a:solidFill>
              </a:rPr>
              <a:t>Drupal</a:t>
            </a:r>
            <a:r>
              <a:rPr lang="pt-BR" sz="2000" dirty="0">
                <a:solidFill>
                  <a:schemeClr val="accent1"/>
                </a:solidFill>
              </a:rPr>
              <a:t>: estende a funcionalidade de seu </a:t>
            </a:r>
            <a:r>
              <a:rPr lang="pt-BR" sz="2000" b="1" dirty="0">
                <a:solidFill>
                  <a:schemeClr val="accent1"/>
                </a:solidFill>
              </a:rPr>
              <a:t>CMS</a:t>
            </a:r>
            <a:r>
              <a:rPr lang="pt-BR" sz="2000" dirty="0">
                <a:solidFill>
                  <a:schemeClr val="accent1"/>
                </a:solidFill>
              </a:rPr>
              <a:t> por meio de temas e módulos</a:t>
            </a:r>
          </a:p>
          <a:p>
            <a:pPr marL="809625" indent="-361950">
              <a:buClr>
                <a:schemeClr val="accent1"/>
              </a:buClr>
              <a:buFont typeface="Wingdings" panose="05000000000000000000" pitchFamily="2" charset="2"/>
              <a:buChar char="§"/>
            </a:pPr>
            <a:r>
              <a:rPr lang="pt-BR" sz="2000" b="1" dirty="0">
                <a:solidFill>
                  <a:schemeClr val="accent1"/>
                </a:solidFill>
              </a:rPr>
              <a:t>Apple </a:t>
            </a:r>
            <a:r>
              <a:rPr lang="pt-BR" sz="2000" b="1" dirty="0" err="1">
                <a:solidFill>
                  <a:schemeClr val="accent1"/>
                </a:solidFill>
              </a:rPr>
              <a:t>macOS</a:t>
            </a:r>
            <a:r>
              <a:rPr lang="pt-BR" sz="2000" dirty="0">
                <a:solidFill>
                  <a:schemeClr val="accent1"/>
                </a:solidFill>
              </a:rPr>
              <a:t>: utiliza para isolar drivers e serviços no espaço do usuário</a:t>
            </a:r>
          </a:p>
        </p:txBody>
      </p:sp>
      <p:pic>
        <p:nvPicPr>
          <p:cNvPr id="4" name="Imagem 3">
            <a:extLst>
              <a:ext uri="{FF2B5EF4-FFF2-40B4-BE49-F238E27FC236}">
                <a16:creationId xmlns:a16="http://schemas.microsoft.com/office/drawing/2014/main" id="{010E084E-1CCF-D779-499B-F56D0A083A2A}"/>
              </a:ext>
            </a:extLst>
          </p:cNvPr>
          <p:cNvPicPr>
            <a:picLocks noChangeAspect="1"/>
          </p:cNvPicPr>
          <p:nvPr/>
        </p:nvPicPr>
        <p:blipFill>
          <a:blip r:embed="rId3"/>
          <a:stretch>
            <a:fillRect/>
          </a:stretch>
        </p:blipFill>
        <p:spPr>
          <a:xfrm>
            <a:off x="11015282" y="83694"/>
            <a:ext cx="1084729" cy="967912"/>
          </a:xfrm>
          <a:prstGeom prst="rect">
            <a:avLst/>
          </a:prstGeom>
        </p:spPr>
      </p:pic>
    </p:spTree>
    <p:extLst>
      <p:ext uri="{BB962C8B-B14F-4D97-AF65-F5344CB8AC3E}">
        <p14:creationId xmlns:p14="http://schemas.microsoft.com/office/powerpoint/2010/main" val="4880205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C5701-AA17-DCDB-527C-3585ADCE4C0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620B7E17-3827-901F-2A9C-66B98C93A661}"/>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7D4DEFC5-2077-409A-AA26-C012A1131516}"/>
              </a:ext>
            </a:extLst>
          </p:cNvPr>
          <p:cNvSpPr txBox="1"/>
          <p:nvPr/>
        </p:nvSpPr>
        <p:spPr>
          <a:xfrm>
            <a:off x="340361" y="995680"/>
            <a:ext cx="7906264" cy="2308324"/>
          </a:xfrm>
          <a:prstGeom prst="rect">
            <a:avLst/>
          </a:prstGeom>
          <a:noFill/>
        </p:spPr>
        <p:txBody>
          <a:bodyPr wrap="square" rtlCol="0">
            <a:spAutoFit/>
          </a:bodyPr>
          <a:lstStyle/>
          <a:p>
            <a:pPr marL="536575" indent="-536575">
              <a:buClr>
                <a:schemeClr val="accent1"/>
              </a:buClr>
              <a:buFont typeface="+mj-lt"/>
              <a:buAutoNum type="arabicPeriod" startAt="13"/>
            </a:pPr>
            <a:r>
              <a:rPr lang="pt-BR" sz="2400" b="1" dirty="0">
                <a:solidFill>
                  <a:schemeClr val="accent1"/>
                </a:solidFill>
              </a:rPr>
              <a:t>Arquitetura Pipe-Filter</a:t>
            </a:r>
            <a:endParaRPr lang="pt-BR" sz="2400" dirty="0">
              <a:solidFill>
                <a:schemeClr val="accent1"/>
              </a:solidFill>
            </a:endParaRPr>
          </a:p>
          <a:p>
            <a:pPr indent="355600">
              <a:buClr>
                <a:schemeClr val="accent1"/>
              </a:buClr>
            </a:pPr>
            <a:r>
              <a:rPr lang="pt-BR" sz="2400" dirty="0">
                <a:solidFill>
                  <a:schemeClr val="accent1"/>
                </a:solidFill>
              </a:rPr>
              <a:t>A arquitetura </a:t>
            </a:r>
            <a:r>
              <a:rPr lang="pt-BR" sz="2400" b="1" dirty="0">
                <a:solidFill>
                  <a:schemeClr val="accent1"/>
                </a:solidFill>
              </a:rPr>
              <a:t>Pipe-Filter</a:t>
            </a:r>
            <a:r>
              <a:rPr lang="pt-BR" sz="2400" dirty="0">
                <a:solidFill>
                  <a:schemeClr val="accent1"/>
                </a:solidFill>
              </a:rPr>
              <a:t> (</a:t>
            </a:r>
            <a:r>
              <a:rPr lang="pt-BR" sz="2400" b="1" dirty="0">
                <a:solidFill>
                  <a:schemeClr val="accent1"/>
                </a:solidFill>
              </a:rPr>
              <a:t>Dutos &amp; Filtros</a:t>
            </a:r>
            <a:r>
              <a:rPr lang="pt-BR" sz="2400" dirty="0">
                <a:solidFill>
                  <a:schemeClr val="accent1"/>
                </a:solidFill>
              </a:rPr>
              <a:t>) é similar à orientada a eventos e de microsserviços. Ela divide as tarefas em pedaços / sequências menores de etapas de processamento conhecidas como filtros, conectadas por canais chamados </a:t>
            </a:r>
            <a:r>
              <a:rPr lang="pt-BR" sz="2400" b="1" dirty="0" err="1">
                <a:solidFill>
                  <a:schemeClr val="accent1"/>
                </a:solidFill>
              </a:rPr>
              <a:t>pipes</a:t>
            </a:r>
            <a:r>
              <a:rPr lang="pt-BR" sz="2400" dirty="0">
                <a:solidFill>
                  <a:schemeClr val="accent1"/>
                </a:solidFill>
              </a:rPr>
              <a:t>.</a:t>
            </a:r>
          </a:p>
        </p:txBody>
      </p:sp>
      <p:sp>
        <p:nvSpPr>
          <p:cNvPr id="10" name="CaixaDeTexto 9">
            <a:extLst>
              <a:ext uri="{FF2B5EF4-FFF2-40B4-BE49-F238E27FC236}">
                <a16:creationId xmlns:a16="http://schemas.microsoft.com/office/drawing/2014/main" id="{555D17E6-541D-9B43-1570-7FB36638D9D5}"/>
              </a:ext>
            </a:extLst>
          </p:cNvPr>
          <p:cNvSpPr txBox="1"/>
          <p:nvPr/>
        </p:nvSpPr>
        <p:spPr>
          <a:xfrm>
            <a:off x="349693" y="3241640"/>
            <a:ext cx="11506200" cy="2308324"/>
          </a:xfrm>
          <a:prstGeom prst="rect">
            <a:avLst/>
          </a:prstGeom>
          <a:noFill/>
        </p:spPr>
        <p:txBody>
          <a:bodyPr wrap="square" rtlCol="0">
            <a:spAutoFit/>
          </a:bodyPr>
          <a:lstStyle/>
          <a:p>
            <a:pPr indent="355600">
              <a:buClr>
                <a:schemeClr val="accent1"/>
              </a:buClr>
            </a:pPr>
            <a:r>
              <a:rPr lang="pt-BR" sz="2400" dirty="0">
                <a:solidFill>
                  <a:schemeClr val="accent1"/>
                </a:solidFill>
              </a:rPr>
              <a:t>Cada filtro executa uma operação de dados específica e os passa para o próximo filtro, em linha, por meio de um tubo de maneira simplificada. É um tipo de arquitetura frequentemente utilizado para simplificar fluxos de trabalho de processamento de dados e criar componentes modulares e reutilizáveis.</a:t>
            </a:r>
          </a:p>
          <a:p>
            <a:pPr indent="355600">
              <a:buClr>
                <a:schemeClr val="accent1"/>
              </a:buClr>
            </a:pPr>
            <a:r>
              <a:rPr lang="pt-BR" sz="2400" dirty="0">
                <a:solidFill>
                  <a:schemeClr val="accent1"/>
                </a:solidFill>
              </a:rPr>
              <a:t>Por isso, facilita a manutenção do software e oferece melhor escalabilidade e reutilização, flexibilidade no fluxo de trabalho e melhor isolamento de falhas.</a:t>
            </a:r>
          </a:p>
        </p:txBody>
      </p:sp>
      <p:pic>
        <p:nvPicPr>
          <p:cNvPr id="5" name="Imagem 4">
            <a:extLst>
              <a:ext uri="{FF2B5EF4-FFF2-40B4-BE49-F238E27FC236}">
                <a16:creationId xmlns:a16="http://schemas.microsoft.com/office/drawing/2014/main" id="{A95245FF-9FFF-8F28-9D71-EB9D6C5E92E0}"/>
              </a:ext>
            </a:extLst>
          </p:cNvPr>
          <p:cNvPicPr>
            <a:picLocks noChangeAspect="1"/>
          </p:cNvPicPr>
          <p:nvPr/>
        </p:nvPicPr>
        <p:blipFill>
          <a:blip r:embed="rId3"/>
          <a:stretch>
            <a:fillRect/>
          </a:stretch>
        </p:blipFill>
        <p:spPr>
          <a:xfrm>
            <a:off x="11308080" y="106150"/>
            <a:ext cx="779215" cy="882130"/>
          </a:xfrm>
          <a:prstGeom prst="rect">
            <a:avLst/>
          </a:prstGeom>
        </p:spPr>
      </p:pic>
      <p:pic>
        <p:nvPicPr>
          <p:cNvPr id="6" name="Imagem 5">
            <a:extLst>
              <a:ext uri="{FF2B5EF4-FFF2-40B4-BE49-F238E27FC236}">
                <a16:creationId xmlns:a16="http://schemas.microsoft.com/office/drawing/2014/main" id="{C5AA8BBB-8151-7D5D-A02B-CE46C3078E4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92031" y="1381760"/>
            <a:ext cx="3783644" cy="1587867"/>
          </a:xfrm>
          <a:prstGeom prst="rect">
            <a:avLst/>
          </a:prstGeom>
          <a:noFill/>
          <a:ln>
            <a:noFill/>
          </a:ln>
        </p:spPr>
      </p:pic>
    </p:spTree>
    <p:extLst>
      <p:ext uri="{BB962C8B-B14F-4D97-AF65-F5344CB8AC3E}">
        <p14:creationId xmlns:p14="http://schemas.microsoft.com/office/powerpoint/2010/main" val="8867059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C9731-3600-26E9-B059-2645C3D25DCF}"/>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780547B0-5D25-DEEC-A3CA-3EEAE0443E88}"/>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6521A228-07D8-5DDF-A3DB-663AB260C546}"/>
              </a:ext>
            </a:extLst>
          </p:cNvPr>
          <p:cNvSpPr txBox="1"/>
          <p:nvPr/>
        </p:nvSpPr>
        <p:spPr>
          <a:xfrm>
            <a:off x="340360" y="995680"/>
            <a:ext cx="11506199" cy="5509200"/>
          </a:xfrm>
          <a:prstGeom prst="rect">
            <a:avLst/>
          </a:prstGeom>
          <a:noFill/>
        </p:spPr>
        <p:txBody>
          <a:bodyPr wrap="square" rtlCol="0">
            <a:spAutoFit/>
          </a:bodyPr>
          <a:lstStyle/>
          <a:p>
            <a:pPr marL="536575" indent="-536575">
              <a:buClr>
                <a:schemeClr val="accent1"/>
              </a:buClr>
              <a:buFont typeface="+mj-lt"/>
              <a:buAutoNum type="arabicPeriod" startAt="13"/>
            </a:pPr>
            <a:r>
              <a:rPr lang="pt-BR" sz="2400" b="1" dirty="0">
                <a:solidFill>
                  <a:schemeClr val="accent1"/>
                </a:solidFill>
              </a:rPr>
              <a:t>Arquitetura Pipe-Filter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Quando utilizar o padrão </a:t>
            </a:r>
            <a:r>
              <a:rPr lang="pt-BR" sz="2400" b="1" dirty="0">
                <a:solidFill>
                  <a:schemeClr val="accent1"/>
                </a:solidFill>
              </a:rPr>
              <a:t>Pipe-Filter</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desenvolvimento de sistemas em que os dados precisam passar por uma sequência de transformações ou operações</a:t>
            </a:r>
          </a:p>
          <a:p>
            <a:pPr marL="809625" indent="-342900">
              <a:buClr>
                <a:schemeClr val="accent1"/>
              </a:buClr>
              <a:buFont typeface="Wingdings" panose="05000000000000000000" pitchFamily="2" charset="2"/>
              <a:buChar char="§"/>
            </a:pPr>
            <a:r>
              <a:rPr lang="pt-BR" sz="2000" dirty="0">
                <a:solidFill>
                  <a:schemeClr val="accent1"/>
                </a:solidFill>
              </a:rPr>
              <a:t>ideal para aplicações que exigem processamento contínuo de fluxos de dados (ex.: análise de logs, análise em tempo real)</a:t>
            </a:r>
          </a:p>
          <a:p>
            <a:pPr marL="809625" indent="-342900">
              <a:buClr>
                <a:schemeClr val="accent1"/>
              </a:buClr>
              <a:buFont typeface="Wingdings" panose="05000000000000000000" pitchFamily="2" charset="2"/>
              <a:buChar char="§"/>
            </a:pPr>
            <a:r>
              <a:rPr lang="pt-BR" sz="2000" dirty="0">
                <a:solidFill>
                  <a:schemeClr val="accent1"/>
                </a:solidFill>
              </a:rPr>
              <a:t>necessária modularidade e reutilização</a:t>
            </a:r>
          </a:p>
          <a:p>
            <a:pPr marL="809625" indent="-342900">
              <a:buClr>
                <a:schemeClr val="accent1"/>
              </a:buClr>
              <a:buFont typeface="Wingdings" panose="05000000000000000000" pitchFamily="2" charset="2"/>
              <a:buChar char="§"/>
            </a:pPr>
            <a:r>
              <a:rPr lang="pt-BR" sz="2000" dirty="0">
                <a:solidFill>
                  <a:schemeClr val="accent1"/>
                </a:solidFill>
              </a:rPr>
              <a:t>eficiente para tarefas como análise de arquivos de log ou geração de relatórios, nas quais os dados são processados ​​em etapas</a:t>
            </a:r>
          </a:p>
          <a:p>
            <a:pPr marL="809625" indent="-342900">
              <a:buClr>
                <a:schemeClr val="accent1"/>
              </a:buClr>
              <a:buFont typeface="Wingdings" panose="05000000000000000000" pitchFamily="2" charset="2"/>
              <a:buChar char="§"/>
            </a:pPr>
            <a:r>
              <a:rPr lang="pt-BR" sz="2000" dirty="0" err="1">
                <a:solidFill>
                  <a:schemeClr val="accent1"/>
                </a:solidFill>
              </a:rPr>
              <a:t>Dev</a:t>
            </a:r>
            <a:r>
              <a:rPr lang="pt-BR" sz="2000" dirty="0">
                <a:solidFill>
                  <a:schemeClr val="accent1"/>
                </a:solidFill>
              </a:rPr>
              <a:t> de aplicações com processamento em paralelo ​​(ex.: processamento de imagens ou vídeos)</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aplicações de baixa latência ou em tempo real</a:t>
            </a:r>
          </a:p>
          <a:p>
            <a:pPr marL="809625" indent="-342900">
              <a:buClr>
                <a:schemeClr val="accent1"/>
              </a:buClr>
              <a:buFont typeface="Wingdings" panose="05000000000000000000" pitchFamily="2" charset="2"/>
              <a:buChar char="§"/>
            </a:pPr>
            <a:r>
              <a:rPr lang="pt-BR" sz="2000" dirty="0">
                <a:solidFill>
                  <a:schemeClr val="accent1"/>
                </a:solidFill>
              </a:rPr>
              <a:t>comunicação complexa entre filtros</a:t>
            </a:r>
          </a:p>
          <a:p>
            <a:pPr marL="809625" indent="-342900">
              <a:buClr>
                <a:schemeClr val="accent1"/>
              </a:buClr>
              <a:buFont typeface="Wingdings" panose="05000000000000000000" pitchFamily="2" charset="2"/>
              <a:buChar char="§"/>
            </a:pPr>
            <a:r>
              <a:rPr lang="pt-BR" sz="2000" dirty="0">
                <a:solidFill>
                  <a:schemeClr val="accent1"/>
                </a:solidFill>
              </a:rPr>
              <a:t>alterações dinâmicas no fluxo de trabalho são frequentes</a:t>
            </a:r>
          </a:p>
          <a:p>
            <a:pPr marL="809625" indent="-342900">
              <a:buClr>
                <a:schemeClr val="accent1"/>
              </a:buClr>
              <a:buFont typeface="Wingdings" panose="05000000000000000000" pitchFamily="2" charset="2"/>
              <a:buChar char="§"/>
            </a:pPr>
            <a:r>
              <a:rPr lang="pt-BR" sz="2000" dirty="0">
                <a:solidFill>
                  <a:schemeClr val="accent1"/>
                </a:solidFill>
              </a:rPr>
              <a:t>restrições rigorosas de recursos</a:t>
            </a:r>
          </a:p>
          <a:p>
            <a:pPr marL="809625" indent="-342900">
              <a:buClr>
                <a:schemeClr val="accent1"/>
              </a:buClr>
              <a:buFont typeface="Wingdings" panose="05000000000000000000" pitchFamily="2" charset="2"/>
              <a:buChar char="§"/>
            </a:pPr>
            <a:r>
              <a:rPr lang="pt-BR" sz="2000" dirty="0">
                <a:solidFill>
                  <a:schemeClr val="accent1"/>
                </a:solidFill>
              </a:rPr>
              <a:t>necessidade de tratamento de erros detalhado (granular)</a:t>
            </a:r>
          </a:p>
          <a:p>
            <a:pPr marL="809625" indent="-342900">
              <a:buClr>
                <a:schemeClr val="accent1"/>
              </a:buClr>
              <a:buFont typeface="Wingdings" panose="05000000000000000000" pitchFamily="2" charset="2"/>
              <a:buChar char="§"/>
            </a:pPr>
            <a:r>
              <a:rPr lang="pt-BR" sz="2000" dirty="0">
                <a:solidFill>
                  <a:schemeClr val="accent1"/>
                </a:solidFill>
              </a:rPr>
              <a:t>filtros requerem gatilhos externos</a:t>
            </a:r>
          </a:p>
        </p:txBody>
      </p:sp>
      <p:pic>
        <p:nvPicPr>
          <p:cNvPr id="4" name="Imagem 3">
            <a:extLst>
              <a:ext uri="{FF2B5EF4-FFF2-40B4-BE49-F238E27FC236}">
                <a16:creationId xmlns:a16="http://schemas.microsoft.com/office/drawing/2014/main" id="{5A08ACE0-1E19-1B3F-E4A6-FBBE7EEE0B8B}"/>
              </a:ext>
            </a:extLst>
          </p:cNvPr>
          <p:cNvPicPr>
            <a:picLocks noChangeAspect="1"/>
          </p:cNvPicPr>
          <p:nvPr/>
        </p:nvPicPr>
        <p:blipFill>
          <a:blip r:embed="rId3"/>
          <a:stretch>
            <a:fillRect/>
          </a:stretch>
        </p:blipFill>
        <p:spPr>
          <a:xfrm>
            <a:off x="11308080" y="106150"/>
            <a:ext cx="779215" cy="882130"/>
          </a:xfrm>
          <a:prstGeom prst="rect">
            <a:avLst/>
          </a:prstGeom>
        </p:spPr>
      </p:pic>
    </p:spTree>
    <p:extLst>
      <p:ext uri="{BB962C8B-B14F-4D97-AF65-F5344CB8AC3E}">
        <p14:creationId xmlns:p14="http://schemas.microsoft.com/office/powerpoint/2010/main" val="21731573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CA6EB-0F5B-295F-2A96-A321625CB366}"/>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D2D95488-AB84-1628-A448-D13EBE658DD9}"/>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355A90AB-703C-5896-E033-D9E85A7396BE}"/>
              </a:ext>
            </a:extLst>
          </p:cNvPr>
          <p:cNvSpPr txBox="1"/>
          <p:nvPr/>
        </p:nvSpPr>
        <p:spPr>
          <a:xfrm>
            <a:off x="340360" y="995680"/>
            <a:ext cx="11506199" cy="4893647"/>
          </a:xfrm>
          <a:prstGeom prst="rect">
            <a:avLst/>
          </a:prstGeom>
          <a:noFill/>
        </p:spPr>
        <p:txBody>
          <a:bodyPr wrap="square" rtlCol="0">
            <a:spAutoFit/>
          </a:bodyPr>
          <a:lstStyle/>
          <a:p>
            <a:pPr marL="536575" indent="-536575">
              <a:buClr>
                <a:schemeClr val="accent1"/>
              </a:buClr>
              <a:buFont typeface="+mj-lt"/>
              <a:buAutoNum type="arabicPeriod" startAt="13"/>
            </a:pPr>
            <a:r>
              <a:rPr lang="pt-BR" sz="2400" b="1" dirty="0">
                <a:solidFill>
                  <a:schemeClr val="accent1"/>
                </a:solidFill>
              </a:rPr>
              <a:t>Arquitetura Pipe-Filter (cont.)</a:t>
            </a:r>
            <a:endParaRPr lang="pt-BR" sz="2400" dirty="0">
              <a:solidFill>
                <a:schemeClr val="accent1"/>
              </a:solidFill>
            </a:endParaRP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cada filtro (etapa) é autossuficiente, torna mais fácil desenvolver, compreender e manter</a:t>
            </a:r>
          </a:p>
          <a:p>
            <a:pPr marL="809625" indent="-361950">
              <a:buClr>
                <a:schemeClr val="accent1"/>
              </a:buClr>
              <a:buFont typeface="Wingdings" panose="05000000000000000000" pitchFamily="2" charset="2"/>
              <a:buChar char="§"/>
            </a:pPr>
            <a:r>
              <a:rPr lang="pt-BR" sz="2000" dirty="0">
                <a:solidFill>
                  <a:schemeClr val="accent1"/>
                </a:solidFill>
              </a:rPr>
              <a:t>filtros reutilizáveis ​(≠​’s pipelines / aplicações, projetados como independentes e </a:t>
            </a:r>
            <a:r>
              <a:rPr lang="pt-BR" sz="2000" b="1" dirty="0" err="1">
                <a:solidFill>
                  <a:schemeClr val="accent1"/>
                </a:solidFill>
              </a:rPr>
              <a:t>Stateless</a:t>
            </a:r>
            <a:r>
              <a:rPr lang="pt-BR" sz="20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novas funcionalidades adicionadas simplesmente inserindo novos filtros (sem impacto)</a:t>
            </a:r>
          </a:p>
          <a:p>
            <a:pPr marL="809625" indent="-361950">
              <a:buClr>
                <a:schemeClr val="accent1"/>
              </a:buClr>
              <a:buFont typeface="Wingdings" panose="05000000000000000000" pitchFamily="2" charset="2"/>
              <a:buChar char="§"/>
            </a:pPr>
            <a:r>
              <a:rPr lang="pt-BR" sz="2000" dirty="0">
                <a:solidFill>
                  <a:schemeClr val="accent1"/>
                </a:solidFill>
              </a:rPr>
              <a:t>execução simultânea de filtros, se projetados adequadamente, melhorando o desempenho</a:t>
            </a:r>
          </a:p>
          <a:p>
            <a:pPr marL="809625" indent="-361950">
              <a:buClr>
                <a:schemeClr val="accent1"/>
              </a:buClr>
              <a:buFont typeface="Wingdings" panose="05000000000000000000" pitchFamily="2" charset="2"/>
              <a:buChar char="§"/>
            </a:pPr>
            <a:r>
              <a:rPr lang="pt-BR" sz="2000" dirty="0">
                <a:solidFill>
                  <a:schemeClr val="accent1"/>
                </a:solidFill>
              </a:rPr>
              <a:t>fluxo linear da entrada para a saída torna a arquitetura previsível e fácil de rastrear ou depurar</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serialização / transferência de dados entre filtros adiciona latência.</a:t>
            </a:r>
          </a:p>
          <a:p>
            <a:pPr marL="809625" indent="-342900">
              <a:buClr>
                <a:schemeClr val="accent1"/>
              </a:buClr>
              <a:buFont typeface="Wingdings" panose="05000000000000000000" pitchFamily="2" charset="2"/>
              <a:buChar char="§"/>
            </a:pPr>
            <a:r>
              <a:rPr lang="pt-BR" sz="2000" dirty="0">
                <a:solidFill>
                  <a:schemeClr val="accent1"/>
                </a:solidFill>
              </a:rPr>
              <a:t>tratamento de erros em filtros distribuídos é desafiador</a:t>
            </a:r>
          </a:p>
          <a:p>
            <a:pPr marL="809625" indent="-342900">
              <a:buClr>
                <a:schemeClr val="accent1"/>
              </a:buClr>
              <a:buFont typeface="Wingdings" panose="05000000000000000000" pitchFamily="2" charset="2"/>
              <a:buChar char="§"/>
            </a:pPr>
            <a:r>
              <a:rPr lang="pt-BR" sz="2000" dirty="0">
                <a:solidFill>
                  <a:schemeClr val="accent1"/>
                </a:solidFill>
              </a:rPr>
              <a:t>gestão de estado é difícil devido ao design </a:t>
            </a:r>
            <a:r>
              <a:rPr lang="pt-BR" sz="2000" b="1" dirty="0" err="1">
                <a:solidFill>
                  <a:schemeClr val="accent1"/>
                </a:solidFill>
              </a:rPr>
              <a:t>Stateless</a:t>
            </a:r>
            <a:endParaRPr lang="pt-BR" sz="2000" b="1" dirty="0">
              <a:solidFill>
                <a:schemeClr val="accent1"/>
              </a:solidFill>
            </a:endParaRPr>
          </a:p>
          <a:p>
            <a:pPr marL="809625" indent="-342900">
              <a:buClr>
                <a:schemeClr val="accent1"/>
              </a:buClr>
              <a:buFont typeface="Wingdings" panose="05000000000000000000" pitchFamily="2" charset="2"/>
              <a:buChar char="§"/>
            </a:pPr>
            <a:r>
              <a:rPr lang="pt-BR" sz="2000" dirty="0">
                <a:solidFill>
                  <a:schemeClr val="accent1"/>
                </a:solidFill>
              </a:rPr>
              <a:t>impacto no consumo de memória, já que cada </a:t>
            </a:r>
            <a:r>
              <a:rPr lang="pt-BR" sz="2000" b="1" dirty="0">
                <a:solidFill>
                  <a:schemeClr val="accent1"/>
                </a:solidFill>
              </a:rPr>
              <a:t>Pipe</a:t>
            </a:r>
            <a:r>
              <a:rPr lang="pt-BR" sz="2000" dirty="0">
                <a:solidFill>
                  <a:schemeClr val="accent1"/>
                </a:solidFill>
              </a:rPr>
              <a:t> envolve armazenamento em </a:t>
            </a:r>
            <a:r>
              <a:rPr lang="pt-BR" sz="2000" b="1" dirty="0">
                <a:solidFill>
                  <a:schemeClr val="accent1"/>
                </a:solidFill>
              </a:rPr>
              <a:t>buffer</a:t>
            </a:r>
          </a:p>
          <a:p>
            <a:pPr marL="809625" indent="-342900">
              <a:buClr>
                <a:schemeClr val="accent1"/>
              </a:buClr>
              <a:buFont typeface="Wingdings" panose="05000000000000000000" pitchFamily="2" charset="2"/>
              <a:buChar char="§"/>
            </a:pPr>
            <a:r>
              <a:rPr lang="pt-BR" sz="2000" dirty="0">
                <a:solidFill>
                  <a:schemeClr val="accent1"/>
                </a:solidFill>
              </a:rPr>
              <a:t>dependência de formato de dados</a:t>
            </a:r>
          </a:p>
          <a:p>
            <a:pPr marL="809625" indent="-342900">
              <a:buClr>
                <a:schemeClr val="accent1"/>
              </a:buClr>
              <a:buFont typeface="Wingdings" panose="05000000000000000000" pitchFamily="2" charset="2"/>
              <a:buChar char="§"/>
            </a:pPr>
            <a:r>
              <a:rPr lang="pt-BR" sz="2000" dirty="0">
                <a:solidFill>
                  <a:schemeClr val="accent1"/>
                </a:solidFill>
              </a:rPr>
              <a:t>requer CPU de alto desempenho e boa capacidade de memória</a:t>
            </a:r>
          </a:p>
          <a:p>
            <a:pPr marL="809625" indent="-342900">
              <a:buClr>
                <a:schemeClr val="accent1"/>
              </a:buClr>
              <a:buFont typeface="Wingdings" panose="05000000000000000000" pitchFamily="2" charset="2"/>
              <a:buChar char="§"/>
            </a:pPr>
            <a:r>
              <a:rPr lang="pt-BR" sz="2000" b="1" dirty="0">
                <a:solidFill>
                  <a:schemeClr val="accent1"/>
                </a:solidFill>
              </a:rPr>
              <a:t>ARC</a:t>
            </a:r>
            <a:r>
              <a:rPr lang="pt-BR" sz="2000" dirty="0">
                <a:solidFill>
                  <a:schemeClr val="accent1"/>
                </a:solidFill>
              </a:rPr>
              <a:t> de filtros em </a:t>
            </a:r>
            <a:r>
              <a:rPr lang="pt-BR" sz="2000" b="1" dirty="0">
                <a:solidFill>
                  <a:schemeClr val="accent1"/>
                </a:solidFill>
              </a:rPr>
              <a:t>Pipeline</a:t>
            </a:r>
            <a:r>
              <a:rPr lang="pt-BR" sz="2000" dirty="0">
                <a:solidFill>
                  <a:schemeClr val="accent1"/>
                </a:solidFill>
              </a:rPr>
              <a:t> pode exigir esforços significativos de reconfiguração e </a:t>
            </a:r>
            <a:r>
              <a:rPr lang="pt-BR" sz="2000" b="1" dirty="0">
                <a:solidFill>
                  <a:schemeClr val="accent1"/>
                </a:solidFill>
              </a:rPr>
              <a:t>V&amp;V</a:t>
            </a:r>
          </a:p>
        </p:txBody>
      </p:sp>
      <p:pic>
        <p:nvPicPr>
          <p:cNvPr id="5" name="Imagem 4">
            <a:extLst>
              <a:ext uri="{FF2B5EF4-FFF2-40B4-BE49-F238E27FC236}">
                <a16:creationId xmlns:a16="http://schemas.microsoft.com/office/drawing/2014/main" id="{95FBA90C-950F-11C2-1FBD-F5C45A642A26}"/>
              </a:ext>
            </a:extLst>
          </p:cNvPr>
          <p:cNvPicPr>
            <a:picLocks noChangeAspect="1"/>
          </p:cNvPicPr>
          <p:nvPr/>
        </p:nvPicPr>
        <p:blipFill>
          <a:blip r:embed="rId3"/>
          <a:stretch>
            <a:fillRect/>
          </a:stretch>
        </p:blipFill>
        <p:spPr>
          <a:xfrm>
            <a:off x="11308080" y="106150"/>
            <a:ext cx="779215" cy="882130"/>
          </a:xfrm>
          <a:prstGeom prst="rect">
            <a:avLst/>
          </a:prstGeom>
        </p:spPr>
      </p:pic>
    </p:spTree>
    <p:extLst>
      <p:ext uri="{BB962C8B-B14F-4D97-AF65-F5344CB8AC3E}">
        <p14:creationId xmlns:p14="http://schemas.microsoft.com/office/powerpoint/2010/main" val="25554261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C4801-36CC-FA34-6838-DE02979CDAD1}"/>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56F5650C-2EC7-81C8-0C00-562552210967}"/>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FB8A3C4E-B790-0475-0831-1BAFD04863F6}"/>
              </a:ext>
            </a:extLst>
          </p:cNvPr>
          <p:cNvSpPr txBox="1"/>
          <p:nvPr/>
        </p:nvSpPr>
        <p:spPr>
          <a:xfrm>
            <a:off x="340360" y="995680"/>
            <a:ext cx="11506199" cy="1754326"/>
          </a:xfrm>
          <a:prstGeom prst="rect">
            <a:avLst/>
          </a:prstGeom>
          <a:noFill/>
        </p:spPr>
        <p:txBody>
          <a:bodyPr wrap="square" rtlCol="0">
            <a:spAutoFit/>
          </a:bodyPr>
          <a:lstStyle/>
          <a:p>
            <a:pPr marL="536575" indent="-536575">
              <a:buClr>
                <a:schemeClr val="accent1"/>
              </a:buClr>
              <a:buFont typeface="+mj-lt"/>
              <a:buAutoNum type="arabicPeriod" startAt="13"/>
            </a:pPr>
            <a:r>
              <a:rPr lang="pt-BR" sz="2400" b="1" dirty="0">
                <a:solidFill>
                  <a:schemeClr val="accent1"/>
                </a:solidFill>
              </a:rPr>
              <a:t>Arquitetura Pipe-Filter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Exemplo real de implementação do padrão </a:t>
            </a:r>
            <a:r>
              <a:rPr lang="pt-BR" sz="2400" b="1" dirty="0" err="1">
                <a:solidFill>
                  <a:schemeClr val="accent1"/>
                </a:solidFill>
              </a:rPr>
              <a:t>Microkernel</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b="1" dirty="0">
                <a:solidFill>
                  <a:schemeClr val="accent1"/>
                </a:solidFill>
              </a:rPr>
              <a:t>UNIX / LINUX</a:t>
            </a:r>
            <a:r>
              <a:rPr lang="pt-BR" sz="2000" dirty="0">
                <a:solidFill>
                  <a:schemeClr val="accent1"/>
                </a:solidFill>
              </a:rPr>
              <a:t>: a </a:t>
            </a:r>
            <a:r>
              <a:rPr lang="pt-BR" sz="2000" b="1" dirty="0">
                <a:solidFill>
                  <a:schemeClr val="accent1"/>
                </a:solidFill>
              </a:rPr>
              <a:t>CLI</a:t>
            </a:r>
            <a:r>
              <a:rPr lang="pt-BR" sz="2000" dirty="0">
                <a:solidFill>
                  <a:schemeClr val="accent1"/>
                </a:solidFill>
              </a:rPr>
              <a:t> utiliza fundamentalmente para processar fluxo de dados sequencial</a:t>
            </a:r>
          </a:p>
          <a:p>
            <a:pPr marL="809625" indent="-361950">
              <a:buClr>
                <a:schemeClr val="accent1"/>
              </a:buClr>
              <a:buFont typeface="Wingdings" panose="05000000000000000000" pitchFamily="2" charset="2"/>
              <a:buChar char="§"/>
            </a:pPr>
            <a:r>
              <a:rPr lang="pt-BR" sz="2000" b="1" dirty="0">
                <a:solidFill>
                  <a:schemeClr val="accent1"/>
                </a:solidFill>
              </a:rPr>
              <a:t>Adobe Premiere Pro</a:t>
            </a:r>
            <a:r>
              <a:rPr lang="pt-BR" sz="2000" dirty="0">
                <a:solidFill>
                  <a:schemeClr val="accent1"/>
                </a:solidFill>
              </a:rPr>
              <a:t>: pipelines de efeitos de vídeo tiram proveito dessa arquitetura</a:t>
            </a:r>
          </a:p>
          <a:p>
            <a:pPr marL="809625" indent="-361950">
              <a:buClr>
                <a:schemeClr val="accent1"/>
              </a:buClr>
              <a:buFont typeface="Wingdings" panose="05000000000000000000" pitchFamily="2" charset="2"/>
              <a:buChar char="§"/>
            </a:pPr>
            <a:r>
              <a:rPr lang="pt-BR" sz="2000" b="1" dirty="0">
                <a:solidFill>
                  <a:schemeClr val="accent1"/>
                </a:solidFill>
              </a:rPr>
              <a:t>Apache </a:t>
            </a:r>
            <a:r>
              <a:rPr lang="pt-BR" sz="2000" b="1" dirty="0" err="1">
                <a:solidFill>
                  <a:schemeClr val="accent1"/>
                </a:solidFill>
              </a:rPr>
              <a:t>NiFi</a:t>
            </a:r>
            <a:r>
              <a:rPr lang="pt-BR" sz="2000" dirty="0">
                <a:solidFill>
                  <a:schemeClr val="accent1"/>
                </a:solidFill>
              </a:rPr>
              <a:t>: utiliza para a transformação de dados por meio de uma arquitetura ETL</a:t>
            </a:r>
          </a:p>
        </p:txBody>
      </p:sp>
      <p:pic>
        <p:nvPicPr>
          <p:cNvPr id="5" name="Imagem 4">
            <a:extLst>
              <a:ext uri="{FF2B5EF4-FFF2-40B4-BE49-F238E27FC236}">
                <a16:creationId xmlns:a16="http://schemas.microsoft.com/office/drawing/2014/main" id="{B71D5D01-3596-FA74-910A-F967A8E22364}"/>
              </a:ext>
            </a:extLst>
          </p:cNvPr>
          <p:cNvPicPr>
            <a:picLocks noChangeAspect="1"/>
          </p:cNvPicPr>
          <p:nvPr/>
        </p:nvPicPr>
        <p:blipFill>
          <a:blip r:embed="rId3"/>
          <a:stretch>
            <a:fillRect/>
          </a:stretch>
        </p:blipFill>
        <p:spPr>
          <a:xfrm>
            <a:off x="11308080" y="106150"/>
            <a:ext cx="779215" cy="882130"/>
          </a:xfrm>
          <a:prstGeom prst="rect">
            <a:avLst/>
          </a:prstGeom>
        </p:spPr>
      </p:pic>
    </p:spTree>
    <p:extLst>
      <p:ext uri="{BB962C8B-B14F-4D97-AF65-F5344CB8AC3E}">
        <p14:creationId xmlns:p14="http://schemas.microsoft.com/office/powerpoint/2010/main" val="30436132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ACA21-A217-C0F8-BFCE-74CE0310AE6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2A3044BE-D2DB-42B9-F937-2867A27C73BD}"/>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23D8E1B7-DCA4-0587-817B-35D39E8EE334}"/>
              </a:ext>
            </a:extLst>
          </p:cNvPr>
          <p:cNvSpPr txBox="1"/>
          <p:nvPr/>
        </p:nvSpPr>
        <p:spPr>
          <a:xfrm>
            <a:off x="340361" y="995680"/>
            <a:ext cx="7906264" cy="2677656"/>
          </a:xfrm>
          <a:prstGeom prst="rect">
            <a:avLst/>
          </a:prstGeom>
          <a:noFill/>
        </p:spPr>
        <p:txBody>
          <a:bodyPr wrap="square" rtlCol="0">
            <a:spAutoFit/>
          </a:bodyPr>
          <a:lstStyle/>
          <a:p>
            <a:pPr marL="536575" indent="-536575">
              <a:buClr>
                <a:schemeClr val="accent1"/>
              </a:buClr>
              <a:buFont typeface="+mj-lt"/>
              <a:buAutoNum type="arabicPeriod" startAt="14"/>
            </a:pPr>
            <a:r>
              <a:rPr lang="pt-BR" sz="2400" b="1" dirty="0">
                <a:solidFill>
                  <a:schemeClr val="accent1"/>
                </a:solidFill>
              </a:rPr>
              <a:t>Arquitetura </a:t>
            </a:r>
            <a:r>
              <a:rPr lang="pt-BR" sz="2400" b="1" dirty="0" err="1">
                <a:solidFill>
                  <a:schemeClr val="accent1"/>
                </a:solidFill>
              </a:rPr>
              <a:t>Peer</a:t>
            </a:r>
            <a:r>
              <a:rPr lang="pt-BR" sz="2400" b="1" dirty="0">
                <a:solidFill>
                  <a:schemeClr val="accent1"/>
                </a:solidFill>
              </a:rPr>
              <a:t> </a:t>
            </a:r>
            <a:r>
              <a:rPr lang="pt-BR" sz="2400" b="1" dirty="0" err="1">
                <a:solidFill>
                  <a:schemeClr val="accent1"/>
                </a:solidFill>
              </a:rPr>
              <a:t>to</a:t>
            </a:r>
            <a:r>
              <a:rPr lang="pt-BR" sz="2400" b="1" dirty="0">
                <a:solidFill>
                  <a:schemeClr val="accent1"/>
                </a:solidFill>
              </a:rPr>
              <a:t> </a:t>
            </a:r>
            <a:r>
              <a:rPr lang="pt-BR" sz="2400" b="1" dirty="0" err="1">
                <a:solidFill>
                  <a:schemeClr val="accent1"/>
                </a:solidFill>
              </a:rPr>
              <a:t>Peer</a:t>
            </a:r>
            <a:endParaRPr lang="pt-BR" sz="2400" dirty="0">
              <a:solidFill>
                <a:schemeClr val="accent1"/>
              </a:solidFill>
            </a:endParaRPr>
          </a:p>
          <a:p>
            <a:pPr indent="355600">
              <a:buClr>
                <a:schemeClr val="accent1"/>
              </a:buClr>
            </a:pPr>
            <a:r>
              <a:rPr lang="pt-BR" sz="2400" dirty="0">
                <a:solidFill>
                  <a:schemeClr val="accent1"/>
                </a:solidFill>
              </a:rPr>
              <a:t>Os padrões de arquitetura </a:t>
            </a:r>
            <a:r>
              <a:rPr lang="pt-BR" sz="2400" b="1" dirty="0" err="1">
                <a:solidFill>
                  <a:schemeClr val="accent1"/>
                </a:solidFill>
              </a:rPr>
              <a:t>Peer-to-Peer</a:t>
            </a:r>
            <a:r>
              <a:rPr lang="pt-BR" sz="2400" dirty="0">
                <a:solidFill>
                  <a:schemeClr val="accent1"/>
                </a:solidFill>
              </a:rPr>
              <a:t> (</a:t>
            </a:r>
            <a:r>
              <a:rPr lang="pt-BR" sz="2400" b="1" dirty="0">
                <a:solidFill>
                  <a:schemeClr val="accent1"/>
                </a:solidFill>
              </a:rPr>
              <a:t>P2P</a:t>
            </a:r>
            <a:r>
              <a:rPr lang="pt-BR" sz="2400" dirty="0">
                <a:solidFill>
                  <a:schemeClr val="accent1"/>
                </a:solidFill>
              </a:rPr>
              <a:t>) são compostos por pares, cada constituído por um servidor e um cliente, funcionando como uma entidade descentralizada. Em vez de estarem conectados a um servidor centralizado, os </a:t>
            </a:r>
            <a:r>
              <a:rPr lang="pt-BR" sz="2400" b="1" dirty="0" err="1">
                <a:solidFill>
                  <a:schemeClr val="accent1"/>
                </a:solidFill>
              </a:rPr>
              <a:t>Peers</a:t>
            </a:r>
            <a:r>
              <a:rPr lang="pt-BR" sz="2400" dirty="0">
                <a:solidFill>
                  <a:schemeClr val="accent1"/>
                </a:solidFill>
              </a:rPr>
              <a:t> conectam-se entre si para compartilhar recursos, dados e serviços.</a:t>
            </a:r>
          </a:p>
        </p:txBody>
      </p:sp>
      <p:sp>
        <p:nvSpPr>
          <p:cNvPr id="10" name="CaixaDeTexto 9">
            <a:extLst>
              <a:ext uri="{FF2B5EF4-FFF2-40B4-BE49-F238E27FC236}">
                <a16:creationId xmlns:a16="http://schemas.microsoft.com/office/drawing/2014/main" id="{DD5F9402-BC00-AD37-1A04-58893D9F84F2}"/>
              </a:ext>
            </a:extLst>
          </p:cNvPr>
          <p:cNvSpPr txBox="1"/>
          <p:nvPr/>
        </p:nvSpPr>
        <p:spPr>
          <a:xfrm>
            <a:off x="349693" y="3587080"/>
            <a:ext cx="11506200" cy="1200329"/>
          </a:xfrm>
          <a:prstGeom prst="rect">
            <a:avLst/>
          </a:prstGeom>
          <a:noFill/>
        </p:spPr>
        <p:txBody>
          <a:bodyPr wrap="square" rtlCol="0">
            <a:spAutoFit/>
          </a:bodyPr>
          <a:lstStyle/>
          <a:p>
            <a:pPr indent="355600">
              <a:buClr>
                <a:schemeClr val="accent1"/>
              </a:buClr>
            </a:pPr>
            <a:r>
              <a:rPr lang="pt-BR" sz="2400" dirty="0">
                <a:solidFill>
                  <a:schemeClr val="accent1"/>
                </a:solidFill>
              </a:rPr>
              <a:t>Descentralização, comunicação direta, escalabilidade, compartilhamento de recursos e tolerância a falhas são as principais características desse padrão de arquitetura de software </a:t>
            </a:r>
            <a:r>
              <a:rPr lang="pt-BR" sz="2400" b="1" dirty="0">
                <a:solidFill>
                  <a:schemeClr val="accent1"/>
                </a:solidFill>
              </a:rPr>
              <a:t>P2P</a:t>
            </a:r>
            <a:r>
              <a:rPr lang="pt-BR" sz="2400" dirty="0">
                <a:solidFill>
                  <a:schemeClr val="accent1"/>
                </a:solidFill>
              </a:rPr>
              <a:t>.</a:t>
            </a:r>
          </a:p>
        </p:txBody>
      </p:sp>
      <p:pic>
        <p:nvPicPr>
          <p:cNvPr id="4" name="Imagem 3">
            <a:extLst>
              <a:ext uri="{FF2B5EF4-FFF2-40B4-BE49-F238E27FC236}">
                <a16:creationId xmlns:a16="http://schemas.microsoft.com/office/drawing/2014/main" id="{29246E57-7125-4A3F-4BDF-1AB5968FC6B6}"/>
              </a:ext>
            </a:extLst>
          </p:cNvPr>
          <p:cNvPicPr>
            <a:picLocks noChangeAspect="1"/>
          </p:cNvPicPr>
          <p:nvPr/>
        </p:nvPicPr>
        <p:blipFill>
          <a:blip r:embed="rId3"/>
          <a:stretch>
            <a:fillRect/>
          </a:stretch>
        </p:blipFill>
        <p:spPr>
          <a:xfrm>
            <a:off x="11319875" y="147246"/>
            <a:ext cx="769698" cy="782969"/>
          </a:xfrm>
          <a:prstGeom prst="rect">
            <a:avLst/>
          </a:prstGeom>
        </p:spPr>
      </p:pic>
      <p:pic>
        <p:nvPicPr>
          <p:cNvPr id="9" name="Imagem 8">
            <a:extLst>
              <a:ext uri="{FF2B5EF4-FFF2-40B4-BE49-F238E27FC236}">
                <a16:creationId xmlns:a16="http://schemas.microsoft.com/office/drawing/2014/main" id="{AB4DD6AB-23A6-D3C1-2373-BB18DC32EC61}"/>
              </a:ext>
            </a:extLst>
          </p:cNvPr>
          <p:cNvPicPr>
            <a:picLocks noChangeAspect="1"/>
          </p:cNvPicPr>
          <p:nvPr/>
        </p:nvPicPr>
        <p:blipFill>
          <a:blip r:embed="rId4"/>
          <a:stretch>
            <a:fillRect/>
          </a:stretch>
        </p:blipFill>
        <p:spPr>
          <a:xfrm>
            <a:off x="8117809" y="1219849"/>
            <a:ext cx="3924058" cy="2152671"/>
          </a:xfrm>
          <a:prstGeom prst="rect">
            <a:avLst/>
          </a:prstGeom>
        </p:spPr>
      </p:pic>
    </p:spTree>
    <p:extLst>
      <p:ext uri="{BB962C8B-B14F-4D97-AF65-F5344CB8AC3E}">
        <p14:creationId xmlns:p14="http://schemas.microsoft.com/office/powerpoint/2010/main" val="19286843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1BB62-97D0-9848-C649-83D2421D2A43}"/>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9880291A-A585-5651-D40E-C300A2BD77AE}"/>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199D3901-BE9B-120A-607B-03FD1F1C9975}"/>
              </a:ext>
            </a:extLst>
          </p:cNvPr>
          <p:cNvSpPr txBox="1"/>
          <p:nvPr/>
        </p:nvSpPr>
        <p:spPr>
          <a:xfrm>
            <a:off x="340360" y="995680"/>
            <a:ext cx="11506199" cy="3662541"/>
          </a:xfrm>
          <a:prstGeom prst="rect">
            <a:avLst/>
          </a:prstGeom>
          <a:noFill/>
        </p:spPr>
        <p:txBody>
          <a:bodyPr wrap="square" rtlCol="0">
            <a:spAutoFit/>
          </a:bodyPr>
          <a:lstStyle/>
          <a:p>
            <a:pPr marL="536575" indent="-536575">
              <a:buClr>
                <a:schemeClr val="accent1"/>
              </a:buClr>
              <a:buFont typeface="+mj-lt"/>
              <a:buAutoNum type="arabicPeriod" startAt="14"/>
            </a:pPr>
            <a:r>
              <a:rPr lang="pt-BR" sz="2400" b="1" dirty="0">
                <a:solidFill>
                  <a:schemeClr val="accent1"/>
                </a:solidFill>
              </a:rPr>
              <a:t>Arquitetura </a:t>
            </a:r>
            <a:r>
              <a:rPr lang="pt-BR" sz="2400" b="1" dirty="0" err="1">
                <a:solidFill>
                  <a:schemeClr val="accent1"/>
                </a:solidFill>
              </a:rPr>
              <a:t>Peer</a:t>
            </a:r>
            <a:r>
              <a:rPr lang="pt-BR" sz="2400" b="1" dirty="0">
                <a:solidFill>
                  <a:schemeClr val="accent1"/>
                </a:solidFill>
              </a:rPr>
              <a:t> </a:t>
            </a:r>
            <a:r>
              <a:rPr lang="pt-BR" sz="2400" b="1" dirty="0" err="1">
                <a:solidFill>
                  <a:schemeClr val="accent1"/>
                </a:solidFill>
              </a:rPr>
              <a:t>to</a:t>
            </a:r>
            <a:r>
              <a:rPr lang="pt-BR" sz="2400" b="1" dirty="0">
                <a:solidFill>
                  <a:schemeClr val="accent1"/>
                </a:solidFill>
              </a:rPr>
              <a:t> </a:t>
            </a:r>
            <a:r>
              <a:rPr lang="pt-BR" sz="2400" b="1" dirty="0" err="1">
                <a:solidFill>
                  <a:schemeClr val="accent1"/>
                </a:solidFill>
              </a:rPr>
              <a:t>Peer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Quando utilizar o padrão </a:t>
            </a:r>
            <a:r>
              <a:rPr lang="pt-BR" sz="2400" b="1" dirty="0" err="1">
                <a:solidFill>
                  <a:schemeClr val="accent1"/>
                </a:solidFill>
              </a:rPr>
              <a:t>Peer</a:t>
            </a:r>
            <a:r>
              <a:rPr lang="pt-BR" sz="2400" b="1" dirty="0">
                <a:solidFill>
                  <a:schemeClr val="accent1"/>
                </a:solidFill>
              </a:rPr>
              <a:t> </a:t>
            </a:r>
            <a:r>
              <a:rPr lang="pt-BR" sz="2400" b="1" dirty="0" err="1">
                <a:solidFill>
                  <a:schemeClr val="accent1"/>
                </a:solidFill>
              </a:rPr>
              <a:t>to</a:t>
            </a:r>
            <a:r>
              <a:rPr lang="pt-BR" sz="2400" b="1" dirty="0">
                <a:solidFill>
                  <a:schemeClr val="accent1"/>
                </a:solidFill>
              </a:rPr>
              <a:t> </a:t>
            </a:r>
            <a:r>
              <a:rPr lang="pt-BR" sz="2400" b="1" dirty="0" err="1">
                <a:solidFill>
                  <a:schemeClr val="accent1"/>
                </a:solidFill>
              </a:rPr>
              <a:t>Peer</a:t>
            </a:r>
            <a:r>
              <a:rPr lang="pt-BR" sz="2400" dirty="0">
                <a:solidFill>
                  <a:schemeClr val="accent1"/>
                </a:solidFill>
              </a:rPr>
              <a:t> (</a:t>
            </a:r>
            <a:r>
              <a:rPr lang="pt-BR" sz="2400" b="1" dirty="0" err="1">
                <a:solidFill>
                  <a:schemeClr val="accent1"/>
                </a:solidFill>
              </a:rPr>
              <a:t>Do’s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aplicações que precisam evitar o controle centralizado</a:t>
            </a:r>
          </a:p>
          <a:p>
            <a:pPr marL="809625" indent="-342900">
              <a:buClr>
                <a:schemeClr val="accent1"/>
              </a:buClr>
              <a:buFont typeface="Wingdings" panose="05000000000000000000" pitchFamily="2" charset="2"/>
              <a:buChar char="§"/>
            </a:pPr>
            <a:r>
              <a:rPr lang="pt-BR" sz="2000" dirty="0">
                <a:solidFill>
                  <a:schemeClr val="accent1"/>
                </a:solidFill>
              </a:rPr>
              <a:t>existência de requisitos elevados de tolerância a falhas</a:t>
            </a:r>
          </a:p>
          <a:p>
            <a:pPr marL="809625" indent="-342900">
              <a:buClr>
                <a:schemeClr val="accent1"/>
              </a:buClr>
              <a:buFont typeface="Wingdings" panose="05000000000000000000" pitchFamily="2" charset="2"/>
              <a:buChar char="§"/>
            </a:pPr>
            <a:r>
              <a:rPr lang="pt-BR" sz="2000" dirty="0">
                <a:solidFill>
                  <a:schemeClr val="accent1"/>
                </a:solidFill>
              </a:rPr>
              <a:t>plataformas nas quais os participantes entram ou saem com frequência</a:t>
            </a:r>
          </a:p>
          <a:p>
            <a:pPr marL="809625" indent="-342900">
              <a:buClr>
                <a:schemeClr val="accent1"/>
              </a:buClr>
              <a:buFont typeface="Wingdings" panose="05000000000000000000" pitchFamily="2" charset="2"/>
              <a:buChar char="§"/>
            </a:pPr>
            <a:r>
              <a:rPr lang="pt-BR" sz="2000" dirty="0">
                <a:solidFill>
                  <a:schemeClr val="accent1"/>
                </a:solidFill>
              </a:rPr>
              <a:t>necessidade de colaboração distribuída dentro do sistema</a:t>
            </a:r>
          </a:p>
          <a:p>
            <a:pPr indent="355600">
              <a:buClr>
                <a:schemeClr val="accent1"/>
              </a:buClr>
            </a:pPr>
            <a:r>
              <a:rPr lang="pt-BR" sz="2400" dirty="0">
                <a:solidFill>
                  <a:schemeClr val="accent1"/>
                </a:solidFill>
              </a:rPr>
              <a:t>Evite se (</a:t>
            </a:r>
            <a:r>
              <a:rPr lang="pt-BR" sz="2400" b="1" dirty="0" err="1">
                <a:solidFill>
                  <a:schemeClr val="accent1"/>
                </a:solidFill>
              </a:rPr>
              <a:t>Dont’s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necessário controle centralizado</a:t>
            </a:r>
          </a:p>
          <a:p>
            <a:pPr marL="809625" indent="-342900">
              <a:buClr>
                <a:schemeClr val="accent1"/>
              </a:buClr>
              <a:buFont typeface="Wingdings" panose="05000000000000000000" pitchFamily="2" charset="2"/>
              <a:buChar char="§"/>
            </a:pPr>
            <a:r>
              <a:rPr lang="pt-BR" sz="2000" dirty="0">
                <a:solidFill>
                  <a:schemeClr val="accent1"/>
                </a:solidFill>
              </a:rPr>
              <a:t>baixa latência e desempenho previsível são fundamentais</a:t>
            </a:r>
          </a:p>
          <a:p>
            <a:pPr marL="809625" indent="-342900">
              <a:buClr>
                <a:schemeClr val="accent1"/>
              </a:buClr>
              <a:buFont typeface="Wingdings" panose="05000000000000000000" pitchFamily="2" charset="2"/>
              <a:buChar char="§"/>
            </a:pPr>
            <a:r>
              <a:rPr lang="pt-BR" sz="2000" dirty="0">
                <a:solidFill>
                  <a:schemeClr val="accent1"/>
                </a:solidFill>
              </a:rPr>
              <a:t>segurança e confiança são uma grande preocupação</a:t>
            </a:r>
          </a:p>
          <a:p>
            <a:pPr marL="809625" indent="-342900">
              <a:buClr>
                <a:schemeClr val="accent1"/>
              </a:buClr>
              <a:buFont typeface="Wingdings" panose="05000000000000000000" pitchFamily="2" charset="2"/>
              <a:buChar char="§"/>
            </a:pPr>
            <a:r>
              <a:rPr lang="pt-BR" sz="2000" dirty="0">
                <a:solidFill>
                  <a:schemeClr val="accent1"/>
                </a:solidFill>
              </a:rPr>
              <a:t>conformidade regulatória é fundamental</a:t>
            </a:r>
          </a:p>
        </p:txBody>
      </p:sp>
      <p:pic>
        <p:nvPicPr>
          <p:cNvPr id="5" name="Imagem 4">
            <a:extLst>
              <a:ext uri="{FF2B5EF4-FFF2-40B4-BE49-F238E27FC236}">
                <a16:creationId xmlns:a16="http://schemas.microsoft.com/office/drawing/2014/main" id="{3C47C37D-C93B-F7AF-9C4F-0DFD63E7D9A6}"/>
              </a:ext>
            </a:extLst>
          </p:cNvPr>
          <p:cNvPicPr>
            <a:picLocks noChangeAspect="1"/>
          </p:cNvPicPr>
          <p:nvPr/>
        </p:nvPicPr>
        <p:blipFill>
          <a:blip r:embed="rId3"/>
          <a:stretch>
            <a:fillRect/>
          </a:stretch>
        </p:blipFill>
        <p:spPr>
          <a:xfrm>
            <a:off x="11319875" y="147246"/>
            <a:ext cx="769698" cy="782969"/>
          </a:xfrm>
          <a:prstGeom prst="rect">
            <a:avLst/>
          </a:prstGeom>
        </p:spPr>
      </p:pic>
    </p:spTree>
    <p:extLst>
      <p:ext uri="{BB962C8B-B14F-4D97-AF65-F5344CB8AC3E}">
        <p14:creationId xmlns:p14="http://schemas.microsoft.com/office/powerpoint/2010/main" val="8411765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06747-1917-19FF-C0AC-96751C5CDD5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4C8DB901-9024-F05E-30F0-6D9624BE1CFF}"/>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969E8FEA-983B-1DB0-5D85-D00CEFAD7183}"/>
              </a:ext>
            </a:extLst>
          </p:cNvPr>
          <p:cNvSpPr txBox="1"/>
          <p:nvPr/>
        </p:nvSpPr>
        <p:spPr>
          <a:xfrm>
            <a:off x="340360" y="995680"/>
            <a:ext cx="11506199" cy="5201424"/>
          </a:xfrm>
          <a:prstGeom prst="rect">
            <a:avLst/>
          </a:prstGeom>
          <a:noFill/>
        </p:spPr>
        <p:txBody>
          <a:bodyPr wrap="square" rtlCol="0">
            <a:spAutoFit/>
          </a:bodyPr>
          <a:lstStyle/>
          <a:p>
            <a:pPr marL="536575" indent="-536575">
              <a:buClr>
                <a:schemeClr val="accent1"/>
              </a:buClr>
              <a:buFont typeface="+mj-lt"/>
              <a:buAutoNum type="arabicPeriod" startAt="14"/>
            </a:pPr>
            <a:r>
              <a:rPr lang="pt-BR" sz="2400" b="1" dirty="0">
                <a:solidFill>
                  <a:schemeClr val="accent1"/>
                </a:solidFill>
              </a:rPr>
              <a:t>Arquitetura </a:t>
            </a:r>
            <a:r>
              <a:rPr lang="pt-BR" sz="2400" b="1" dirty="0" err="1">
                <a:solidFill>
                  <a:schemeClr val="accent1"/>
                </a:solidFill>
              </a:rPr>
              <a:t>Peer</a:t>
            </a:r>
            <a:r>
              <a:rPr lang="pt-BR" sz="2400" b="1" dirty="0">
                <a:solidFill>
                  <a:schemeClr val="accent1"/>
                </a:solidFill>
              </a:rPr>
              <a:t> </a:t>
            </a:r>
            <a:r>
              <a:rPr lang="pt-BR" sz="2400" b="1" dirty="0" err="1">
                <a:solidFill>
                  <a:schemeClr val="accent1"/>
                </a:solidFill>
              </a:rPr>
              <a:t>to</a:t>
            </a:r>
            <a:r>
              <a:rPr lang="pt-BR" sz="2400" b="1" dirty="0">
                <a:solidFill>
                  <a:schemeClr val="accent1"/>
                </a:solidFill>
              </a:rPr>
              <a:t> </a:t>
            </a:r>
            <a:r>
              <a:rPr lang="pt-BR" sz="2400" b="1" dirty="0" err="1">
                <a:solidFill>
                  <a:schemeClr val="accent1"/>
                </a:solidFill>
              </a:rPr>
              <a:t>Peer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Vantagens (</a:t>
            </a:r>
            <a:r>
              <a:rPr lang="pt-BR" sz="2400" b="1" dirty="0" err="1">
                <a:solidFill>
                  <a:schemeClr val="accent1"/>
                </a:solidFill>
              </a:rPr>
              <a:t>Pro’s</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dirty="0">
                <a:solidFill>
                  <a:schemeClr val="accent1"/>
                </a:solidFill>
              </a:rPr>
              <a:t>sistemas construídos dessa forma são mais resilientes, pois não há servidor central</a:t>
            </a:r>
          </a:p>
          <a:p>
            <a:pPr marL="809625" indent="-361950">
              <a:buClr>
                <a:schemeClr val="accent1"/>
              </a:buClr>
              <a:buFont typeface="Wingdings" panose="05000000000000000000" pitchFamily="2" charset="2"/>
              <a:buChar char="§"/>
            </a:pPr>
            <a:r>
              <a:rPr lang="pt-BR" sz="2000" dirty="0">
                <a:solidFill>
                  <a:schemeClr val="accent1"/>
                </a:solidFill>
              </a:rPr>
              <a:t>redes P2P escalam de maneira eficiente</a:t>
            </a:r>
          </a:p>
          <a:p>
            <a:pPr marL="809625" indent="-361950">
              <a:buClr>
                <a:schemeClr val="accent1"/>
              </a:buClr>
              <a:buFont typeface="Wingdings" panose="05000000000000000000" pitchFamily="2" charset="2"/>
              <a:buChar char="§"/>
            </a:pPr>
            <a:r>
              <a:rPr lang="pt-BR" sz="2000" dirty="0">
                <a:solidFill>
                  <a:schemeClr val="accent1"/>
                </a:solidFill>
              </a:rPr>
              <a:t>cada </a:t>
            </a:r>
            <a:r>
              <a:rPr lang="pt-BR" sz="2000" b="1" dirty="0" err="1">
                <a:solidFill>
                  <a:schemeClr val="accent1"/>
                </a:solidFill>
              </a:rPr>
              <a:t>Peer</a:t>
            </a:r>
            <a:r>
              <a:rPr lang="pt-BR" sz="2000" dirty="0">
                <a:solidFill>
                  <a:schemeClr val="accent1"/>
                </a:solidFill>
              </a:rPr>
              <a:t> (nó) contribui para o desempenho geral do sistema</a:t>
            </a:r>
          </a:p>
          <a:p>
            <a:pPr marL="809625" indent="-361950">
              <a:buClr>
                <a:schemeClr val="accent1"/>
              </a:buClr>
              <a:buFont typeface="Wingdings" panose="05000000000000000000" pitchFamily="2" charset="2"/>
              <a:buChar char="§"/>
            </a:pPr>
            <a:r>
              <a:rPr lang="pt-BR" sz="2000" dirty="0">
                <a:solidFill>
                  <a:schemeClr val="accent1"/>
                </a:solidFill>
              </a:rPr>
              <a:t>elimina a necessidade de servidores centrais ou infraestrutura de alto custo</a:t>
            </a:r>
          </a:p>
          <a:p>
            <a:pPr marL="809625" indent="-361950">
              <a:buClr>
                <a:schemeClr val="accent1"/>
              </a:buClr>
              <a:buFont typeface="Wingdings" panose="05000000000000000000" pitchFamily="2" charset="2"/>
              <a:buChar char="§"/>
            </a:pPr>
            <a:r>
              <a:rPr lang="pt-BR" sz="2000" dirty="0">
                <a:solidFill>
                  <a:schemeClr val="accent1"/>
                </a:solidFill>
              </a:rPr>
              <a:t>usuários têm controle sobre seus próprios dados e sua participação</a:t>
            </a:r>
          </a:p>
          <a:p>
            <a:pPr marL="809625" indent="-361950">
              <a:buClr>
                <a:schemeClr val="accent1"/>
              </a:buClr>
              <a:buFont typeface="Wingdings" panose="05000000000000000000" pitchFamily="2" charset="2"/>
              <a:buChar char="§"/>
            </a:pPr>
            <a:r>
              <a:rPr lang="pt-BR" sz="2000" dirty="0">
                <a:solidFill>
                  <a:schemeClr val="accent1"/>
                </a:solidFill>
              </a:rPr>
              <a:t>armazenamento redundante de dados em múltiplos </a:t>
            </a:r>
            <a:r>
              <a:rPr lang="pt-BR" sz="2000" b="1" dirty="0" err="1">
                <a:solidFill>
                  <a:schemeClr val="accent1"/>
                </a:solidFill>
              </a:rPr>
              <a:t>Peers</a:t>
            </a:r>
            <a:r>
              <a:rPr lang="pt-BR" sz="2000" dirty="0">
                <a:solidFill>
                  <a:schemeClr val="accent1"/>
                </a:solidFill>
              </a:rPr>
              <a:t> aumenta a confiabilidade</a:t>
            </a:r>
          </a:p>
          <a:p>
            <a:pPr marL="809625" indent="-361950">
              <a:buClr>
                <a:schemeClr val="accent1"/>
              </a:buClr>
              <a:buFont typeface="Wingdings" panose="05000000000000000000" pitchFamily="2" charset="2"/>
              <a:buChar char="§"/>
            </a:pPr>
            <a:r>
              <a:rPr lang="pt-BR" sz="2000" dirty="0">
                <a:solidFill>
                  <a:schemeClr val="accent1"/>
                </a:solidFill>
              </a:rPr>
              <a:t>alguns sistemas </a:t>
            </a:r>
            <a:r>
              <a:rPr lang="pt-BR" sz="2000" b="1" dirty="0">
                <a:solidFill>
                  <a:schemeClr val="accent1"/>
                </a:solidFill>
              </a:rPr>
              <a:t>P2P</a:t>
            </a:r>
            <a:r>
              <a:rPr lang="pt-BR" sz="2000" dirty="0">
                <a:solidFill>
                  <a:schemeClr val="accent1"/>
                </a:solidFill>
              </a:rPr>
              <a:t> (como redes </a:t>
            </a:r>
            <a:r>
              <a:rPr lang="pt-BR" sz="2000" b="1" dirty="0" err="1">
                <a:solidFill>
                  <a:schemeClr val="accent1"/>
                </a:solidFill>
              </a:rPr>
              <a:t>Mesh</a:t>
            </a:r>
            <a:r>
              <a:rPr lang="pt-BR" sz="2000" dirty="0">
                <a:solidFill>
                  <a:schemeClr val="accent1"/>
                </a:solidFill>
              </a:rPr>
              <a:t>) podem operar sem conexão com a internet</a:t>
            </a:r>
          </a:p>
          <a:p>
            <a:pPr indent="355600">
              <a:buClr>
                <a:schemeClr val="accent1"/>
              </a:buClr>
            </a:pPr>
            <a:r>
              <a:rPr lang="pt-BR" sz="2400" dirty="0">
                <a:solidFill>
                  <a:schemeClr val="accent1"/>
                </a:solidFill>
              </a:rPr>
              <a:t>Desvantagens (</a:t>
            </a:r>
            <a:r>
              <a:rPr lang="pt-BR" sz="2400" b="1" dirty="0" err="1">
                <a:solidFill>
                  <a:schemeClr val="accent1"/>
                </a:solidFill>
              </a:rPr>
              <a:t>Con’s</a:t>
            </a:r>
            <a:r>
              <a:rPr lang="pt-BR" sz="2400" dirty="0">
                <a:solidFill>
                  <a:schemeClr val="accent1"/>
                </a:solidFill>
              </a:rPr>
              <a:t>):</a:t>
            </a:r>
          </a:p>
          <a:p>
            <a:pPr marL="809625" indent="-342900">
              <a:buClr>
                <a:schemeClr val="accent1"/>
              </a:buClr>
              <a:buFont typeface="Wingdings" panose="05000000000000000000" pitchFamily="2" charset="2"/>
              <a:buChar char="§"/>
            </a:pPr>
            <a:r>
              <a:rPr lang="pt-BR" sz="2000" dirty="0">
                <a:solidFill>
                  <a:schemeClr val="accent1"/>
                </a:solidFill>
              </a:rPr>
              <a:t>faltam serviços de alta qualidade.</a:t>
            </a:r>
          </a:p>
          <a:p>
            <a:pPr marL="809625" indent="-342900">
              <a:buClr>
                <a:schemeClr val="accent1"/>
              </a:buClr>
              <a:buFont typeface="Wingdings" panose="05000000000000000000" pitchFamily="2" charset="2"/>
              <a:buChar char="§"/>
            </a:pPr>
            <a:r>
              <a:rPr lang="pt-BR" sz="2000" dirty="0">
                <a:solidFill>
                  <a:schemeClr val="accent1"/>
                </a:solidFill>
              </a:rPr>
              <a:t>garantir a segurança robusta para um sistema é um desafio</a:t>
            </a:r>
          </a:p>
          <a:p>
            <a:pPr marL="809625" indent="-342900">
              <a:buClr>
                <a:schemeClr val="accent1"/>
              </a:buClr>
              <a:buFont typeface="Wingdings" panose="05000000000000000000" pitchFamily="2" charset="2"/>
              <a:buChar char="§"/>
            </a:pPr>
            <a:r>
              <a:rPr lang="pt-BR" sz="2000" dirty="0">
                <a:solidFill>
                  <a:schemeClr val="accent1"/>
                </a:solidFill>
              </a:rPr>
              <a:t>desempenho da arquitetura comprometido à medida que mais nós são adicionados</a:t>
            </a:r>
          </a:p>
          <a:p>
            <a:pPr marL="809625" indent="-342900">
              <a:buClr>
                <a:schemeClr val="accent1"/>
              </a:buClr>
              <a:buFont typeface="Wingdings" panose="05000000000000000000" pitchFamily="2" charset="2"/>
              <a:buChar char="§"/>
            </a:pPr>
            <a:r>
              <a:rPr lang="pt-BR" sz="2000" dirty="0">
                <a:solidFill>
                  <a:schemeClr val="accent1"/>
                </a:solidFill>
              </a:rPr>
              <a:t>complexidade na gestão de recursos distribuídos</a:t>
            </a:r>
          </a:p>
          <a:p>
            <a:pPr marL="809625" indent="-342900">
              <a:buClr>
                <a:schemeClr val="accent1"/>
              </a:buClr>
              <a:buFont typeface="Wingdings" panose="05000000000000000000" pitchFamily="2" charset="2"/>
              <a:buChar char="§"/>
            </a:pPr>
            <a:r>
              <a:rPr lang="pt-BR" sz="2000" dirty="0">
                <a:solidFill>
                  <a:schemeClr val="accent1"/>
                </a:solidFill>
              </a:rPr>
              <a:t>difícil garantir a disponibilidade do sistema e a continuidade dos serviços</a:t>
            </a:r>
          </a:p>
          <a:p>
            <a:pPr marL="809625" indent="-342900">
              <a:buClr>
                <a:schemeClr val="accent1"/>
              </a:buClr>
              <a:buFont typeface="Wingdings" panose="05000000000000000000" pitchFamily="2" charset="2"/>
              <a:buChar char="§"/>
            </a:pPr>
            <a:r>
              <a:rPr lang="pt-BR" sz="2000" dirty="0">
                <a:solidFill>
                  <a:schemeClr val="accent1"/>
                </a:solidFill>
              </a:rPr>
              <a:t>riscos associados a questões legais e de conformidade</a:t>
            </a:r>
          </a:p>
        </p:txBody>
      </p:sp>
      <p:pic>
        <p:nvPicPr>
          <p:cNvPr id="4" name="Imagem 3">
            <a:extLst>
              <a:ext uri="{FF2B5EF4-FFF2-40B4-BE49-F238E27FC236}">
                <a16:creationId xmlns:a16="http://schemas.microsoft.com/office/drawing/2014/main" id="{0FA4B536-7755-E5CA-4322-7359B87914FD}"/>
              </a:ext>
            </a:extLst>
          </p:cNvPr>
          <p:cNvPicPr>
            <a:picLocks noChangeAspect="1"/>
          </p:cNvPicPr>
          <p:nvPr/>
        </p:nvPicPr>
        <p:blipFill>
          <a:blip r:embed="rId3"/>
          <a:stretch>
            <a:fillRect/>
          </a:stretch>
        </p:blipFill>
        <p:spPr>
          <a:xfrm>
            <a:off x="11319875" y="147246"/>
            <a:ext cx="769698" cy="782969"/>
          </a:xfrm>
          <a:prstGeom prst="rect">
            <a:avLst/>
          </a:prstGeom>
        </p:spPr>
      </p:pic>
    </p:spTree>
    <p:extLst>
      <p:ext uri="{BB962C8B-B14F-4D97-AF65-F5344CB8AC3E}">
        <p14:creationId xmlns:p14="http://schemas.microsoft.com/office/powerpoint/2010/main" val="11482047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6A14F-FE1A-A5A2-3D18-38385783A7F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3D32564-0E40-DEAD-3CA0-C80A0F67C311}"/>
              </a:ext>
            </a:extLst>
          </p:cNvPr>
          <p:cNvSpPr txBox="1"/>
          <p:nvPr/>
        </p:nvSpPr>
        <p:spPr>
          <a:xfrm>
            <a:off x="345440" y="264160"/>
            <a:ext cx="11506200" cy="584775"/>
          </a:xfrm>
          <a:prstGeom prst="rect">
            <a:avLst/>
          </a:prstGeom>
          <a:noFill/>
        </p:spPr>
        <p:txBody>
          <a:bodyPr wrap="square" rtlCol="0" anchor="ctr">
            <a:spAutoFit/>
          </a:bodyPr>
          <a:lstStyle/>
          <a:p>
            <a:r>
              <a:rPr lang="pt-BR" sz="3200" b="1" dirty="0">
                <a:solidFill>
                  <a:schemeClr val="accent1"/>
                </a:solidFill>
              </a:rPr>
              <a:t>Principais Padrões de Arquitetura</a:t>
            </a:r>
          </a:p>
        </p:txBody>
      </p:sp>
      <p:sp>
        <p:nvSpPr>
          <p:cNvPr id="7" name="CaixaDeTexto 6">
            <a:extLst>
              <a:ext uri="{FF2B5EF4-FFF2-40B4-BE49-F238E27FC236}">
                <a16:creationId xmlns:a16="http://schemas.microsoft.com/office/drawing/2014/main" id="{98D032F1-6302-AF32-B138-047E4419B69C}"/>
              </a:ext>
            </a:extLst>
          </p:cNvPr>
          <p:cNvSpPr txBox="1"/>
          <p:nvPr/>
        </p:nvSpPr>
        <p:spPr>
          <a:xfrm>
            <a:off x="340360" y="995680"/>
            <a:ext cx="11506199" cy="2062103"/>
          </a:xfrm>
          <a:prstGeom prst="rect">
            <a:avLst/>
          </a:prstGeom>
          <a:noFill/>
        </p:spPr>
        <p:txBody>
          <a:bodyPr wrap="square" rtlCol="0">
            <a:spAutoFit/>
          </a:bodyPr>
          <a:lstStyle/>
          <a:p>
            <a:pPr marL="536575" indent="-536575">
              <a:buClr>
                <a:schemeClr val="accent1"/>
              </a:buClr>
              <a:buFont typeface="+mj-lt"/>
              <a:buAutoNum type="arabicPeriod" startAt="14"/>
            </a:pPr>
            <a:r>
              <a:rPr lang="pt-BR" sz="2400" b="1" dirty="0">
                <a:solidFill>
                  <a:schemeClr val="accent1"/>
                </a:solidFill>
              </a:rPr>
              <a:t>Arquitetura </a:t>
            </a:r>
            <a:r>
              <a:rPr lang="pt-BR" sz="2400" b="1" dirty="0" err="1">
                <a:solidFill>
                  <a:schemeClr val="accent1"/>
                </a:solidFill>
              </a:rPr>
              <a:t>Peer</a:t>
            </a:r>
            <a:r>
              <a:rPr lang="pt-BR" sz="2400" b="1" dirty="0">
                <a:solidFill>
                  <a:schemeClr val="accent1"/>
                </a:solidFill>
              </a:rPr>
              <a:t> </a:t>
            </a:r>
            <a:r>
              <a:rPr lang="pt-BR" sz="2400" b="1" dirty="0" err="1">
                <a:solidFill>
                  <a:schemeClr val="accent1"/>
                </a:solidFill>
              </a:rPr>
              <a:t>to</a:t>
            </a:r>
            <a:r>
              <a:rPr lang="pt-BR" sz="2400" b="1" dirty="0">
                <a:solidFill>
                  <a:schemeClr val="accent1"/>
                </a:solidFill>
              </a:rPr>
              <a:t> </a:t>
            </a:r>
            <a:r>
              <a:rPr lang="pt-BR" sz="2400" b="1" dirty="0" err="1">
                <a:solidFill>
                  <a:schemeClr val="accent1"/>
                </a:solidFill>
              </a:rPr>
              <a:t>Peer</a:t>
            </a:r>
            <a:r>
              <a:rPr lang="pt-BR" b="1" dirty="0">
                <a:solidFill>
                  <a:schemeClr val="accent1"/>
                </a:solidFill>
              </a:rPr>
              <a:t> (cont.)</a:t>
            </a:r>
            <a:endParaRPr lang="pt-BR" dirty="0">
              <a:solidFill>
                <a:schemeClr val="accent1"/>
              </a:solidFill>
            </a:endParaRPr>
          </a:p>
          <a:p>
            <a:pPr indent="355600">
              <a:buClr>
                <a:schemeClr val="accent1"/>
              </a:buClr>
            </a:pPr>
            <a:r>
              <a:rPr lang="pt-BR" sz="2400" dirty="0">
                <a:solidFill>
                  <a:schemeClr val="accent1"/>
                </a:solidFill>
              </a:rPr>
              <a:t>Exemplo real de implementação do padrão </a:t>
            </a:r>
            <a:r>
              <a:rPr lang="pt-BR" sz="2400" b="1" dirty="0" err="1">
                <a:solidFill>
                  <a:schemeClr val="accent1"/>
                </a:solidFill>
              </a:rPr>
              <a:t>Peer</a:t>
            </a:r>
            <a:r>
              <a:rPr lang="pt-BR" sz="2400" b="1" dirty="0">
                <a:solidFill>
                  <a:schemeClr val="accent1"/>
                </a:solidFill>
              </a:rPr>
              <a:t> </a:t>
            </a:r>
            <a:r>
              <a:rPr lang="pt-BR" sz="2400" b="1" dirty="0" err="1">
                <a:solidFill>
                  <a:schemeClr val="accent1"/>
                </a:solidFill>
              </a:rPr>
              <a:t>to</a:t>
            </a:r>
            <a:r>
              <a:rPr lang="pt-BR" sz="2400" b="1" dirty="0">
                <a:solidFill>
                  <a:schemeClr val="accent1"/>
                </a:solidFill>
              </a:rPr>
              <a:t> </a:t>
            </a:r>
            <a:r>
              <a:rPr lang="pt-BR" sz="2400" b="1" dirty="0" err="1">
                <a:solidFill>
                  <a:schemeClr val="accent1"/>
                </a:solidFill>
              </a:rPr>
              <a:t>Peer</a:t>
            </a:r>
            <a:r>
              <a:rPr lang="pt-BR" sz="2400" dirty="0">
                <a:solidFill>
                  <a:schemeClr val="accent1"/>
                </a:solidFill>
              </a:rPr>
              <a:t>:</a:t>
            </a:r>
          </a:p>
          <a:p>
            <a:pPr marL="809625" indent="-361950">
              <a:buClr>
                <a:schemeClr val="accent1"/>
              </a:buClr>
              <a:buFont typeface="Wingdings" panose="05000000000000000000" pitchFamily="2" charset="2"/>
              <a:buChar char="§"/>
            </a:pPr>
            <a:r>
              <a:rPr lang="pt-BR" sz="2000" b="1" dirty="0">
                <a:solidFill>
                  <a:schemeClr val="accent1"/>
                </a:solidFill>
              </a:rPr>
              <a:t>BitTorrent</a:t>
            </a:r>
            <a:r>
              <a:rPr lang="pt-BR" sz="2000" dirty="0">
                <a:solidFill>
                  <a:schemeClr val="accent1"/>
                </a:solidFill>
              </a:rPr>
              <a:t>: sistema descentralizado no qual usuários (</a:t>
            </a:r>
            <a:r>
              <a:rPr lang="pt-BR" sz="2000" b="1" dirty="0" err="1">
                <a:solidFill>
                  <a:schemeClr val="accent1"/>
                </a:solidFill>
              </a:rPr>
              <a:t>Peers</a:t>
            </a:r>
            <a:r>
              <a:rPr lang="pt-BR" sz="2000" dirty="0">
                <a:solidFill>
                  <a:schemeClr val="accent1"/>
                </a:solidFill>
              </a:rPr>
              <a:t>) compartilham arquivos diretamente entre si, em vez de dependerem de um servidor central</a:t>
            </a:r>
          </a:p>
          <a:p>
            <a:pPr marL="809625" indent="-361950">
              <a:buClr>
                <a:schemeClr val="accent1"/>
              </a:buClr>
              <a:buFont typeface="Wingdings" panose="05000000000000000000" pitchFamily="2" charset="2"/>
              <a:buChar char="§"/>
            </a:pPr>
            <a:r>
              <a:rPr lang="pt-BR" sz="2000" b="1" dirty="0">
                <a:solidFill>
                  <a:schemeClr val="accent1"/>
                </a:solidFill>
              </a:rPr>
              <a:t>Minecraft</a:t>
            </a:r>
            <a:r>
              <a:rPr lang="pt-BR" sz="2000" dirty="0">
                <a:solidFill>
                  <a:schemeClr val="accent1"/>
                </a:solidFill>
              </a:rPr>
              <a:t> (servidores com </a:t>
            </a:r>
            <a:r>
              <a:rPr lang="pt-BR" sz="2000" b="1" dirty="0" err="1">
                <a:solidFill>
                  <a:schemeClr val="accent1"/>
                </a:solidFill>
              </a:rPr>
              <a:t>mods</a:t>
            </a:r>
            <a:r>
              <a:rPr lang="pt-BR" sz="2000" dirty="0">
                <a:solidFill>
                  <a:schemeClr val="accent1"/>
                </a:solidFill>
              </a:rPr>
              <a:t> ou jogos em LAN): utiliza </a:t>
            </a:r>
            <a:r>
              <a:rPr lang="pt-BR" sz="2000" b="1" dirty="0">
                <a:solidFill>
                  <a:schemeClr val="accent1"/>
                </a:solidFill>
              </a:rPr>
              <a:t>P2P</a:t>
            </a:r>
            <a:r>
              <a:rPr lang="pt-BR" sz="2000" dirty="0">
                <a:solidFill>
                  <a:schemeClr val="accent1"/>
                </a:solidFill>
              </a:rPr>
              <a:t> para o modo multijogador em redes locais</a:t>
            </a:r>
          </a:p>
        </p:txBody>
      </p:sp>
      <p:pic>
        <p:nvPicPr>
          <p:cNvPr id="4" name="Imagem 3">
            <a:extLst>
              <a:ext uri="{FF2B5EF4-FFF2-40B4-BE49-F238E27FC236}">
                <a16:creationId xmlns:a16="http://schemas.microsoft.com/office/drawing/2014/main" id="{65F68BAD-70F7-4A33-430F-659A6788498A}"/>
              </a:ext>
            </a:extLst>
          </p:cNvPr>
          <p:cNvPicPr>
            <a:picLocks noChangeAspect="1"/>
          </p:cNvPicPr>
          <p:nvPr/>
        </p:nvPicPr>
        <p:blipFill>
          <a:blip r:embed="rId3"/>
          <a:stretch>
            <a:fillRect/>
          </a:stretch>
        </p:blipFill>
        <p:spPr>
          <a:xfrm>
            <a:off x="11319875" y="147246"/>
            <a:ext cx="769698" cy="782969"/>
          </a:xfrm>
          <a:prstGeom prst="rect">
            <a:avLst/>
          </a:prstGeom>
        </p:spPr>
      </p:pic>
    </p:spTree>
    <p:extLst>
      <p:ext uri="{BB962C8B-B14F-4D97-AF65-F5344CB8AC3E}">
        <p14:creationId xmlns:p14="http://schemas.microsoft.com/office/powerpoint/2010/main" val="5929102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88ED2-20C4-CFEC-2F4A-066BB01E1814}"/>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ADB29953-1E29-99E6-47FB-88F57A928740}"/>
              </a:ext>
            </a:extLst>
          </p:cNvPr>
          <p:cNvSpPr txBox="1"/>
          <p:nvPr/>
        </p:nvSpPr>
        <p:spPr>
          <a:xfrm>
            <a:off x="1046480" y="264160"/>
            <a:ext cx="10078720" cy="584775"/>
          </a:xfrm>
          <a:prstGeom prst="rect">
            <a:avLst/>
          </a:prstGeom>
          <a:noFill/>
        </p:spPr>
        <p:txBody>
          <a:bodyPr wrap="square" rtlCol="0" anchor="ctr">
            <a:spAutoFit/>
          </a:bodyPr>
          <a:lstStyle/>
          <a:p>
            <a:pPr algn="ctr"/>
            <a:r>
              <a:rPr lang="pt-BR" sz="3200" b="1" dirty="0">
                <a:solidFill>
                  <a:schemeClr val="accent1"/>
                </a:solidFill>
              </a:rPr>
              <a:t>Critérios de Escolha de Padrão de Arquitetura</a:t>
            </a:r>
          </a:p>
        </p:txBody>
      </p:sp>
      <p:graphicFrame>
        <p:nvGraphicFramePr>
          <p:cNvPr id="2" name="Objeto 1">
            <a:extLst>
              <a:ext uri="{FF2B5EF4-FFF2-40B4-BE49-F238E27FC236}">
                <a16:creationId xmlns:a16="http://schemas.microsoft.com/office/drawing/2014/main" id="{9E3C0E5C-C430-419A-D8EA-8B2F11695DD0}"/>
              </a:ext>
            </a:extLst>
          </p:cNvPr>
          <p:cNvGraphicFramePr>
            <a:graphicFrameLocks noChangeAspect="1"/>
          </p:cNvGraphicFramePr>
          <p:nvPr>
            <p:extLst>
              <p:ext uri="{D42A27DB-BD31-4B8C-83A1-F6EECF244321}">
                <p14:modId xmlns:p14="http://schemas.microsoft.com/office/powerpoint/2010/main" val="1154304143"/>
              </p:ext>
            </p:extLst>
          </p:nvPr>
        </p:nvGraphicFramePr>
        <p:xfrm>
          <a:off x="11116056" y="57224"/>
          <a:ext cx="955993" cy="958635"/>
        </p:xfrm>
        <a:graphic>
          <a:graphicData uri="http://schemas.openxmlformats.org/presentationml/2006/ole">
            <mc:AlternateContent xmlns:mc="http://schemas.openxmlformats.org/markup-compatibility/2006">
              <mc:Choice xmlns:v="urn:schemas-microsoft-com:vml" Requires="v">
                <p:oleObj name="Bitmap Image" r:id="rId3" imgW="4595642" imgH="4609001" progId="Paint.Picture">
                  <p:embed/>
                </p:oleObj>
              </mc:Choice>
              <mc:Fallback>
                <p:oleObj name="Bitmap Image" r:id="rId3" imgW="4595642" imgH="4609001" progId="Paint.Picture">
                  <p:embed/>
                  <p:pic>
                    <p:nvPicPr>
                      <p:cNvPr id="2" name="Objeto 1">
                        <a:extLst>
                          <a:ext uri="{FF2B5EF4-FFF2-40B4-BE49-F238E27FC236}">
                            <a16:creationId xmlns:a16="http://schemas.microsoft.com/office/drawing/2014/main" id="{9E3C0E5C-C430-419A-D8EA-8B2F11695DD0}"/>
                          </a:ext>
                        </a:extLst>
                      </p:cNvPr>
                      <p:cNvPicPr/>
                      <p:nvPr/>
                    </p:nvPicPr>
                    <p:blipFill>
                      <a:blip r:embed="rId4"/>
                      <a:stretch>
                        <a:fillRect/>
                      </a:stretch>
                    </p:blipFill>
                    <p:spPr>
                      <a:xfrm>
                        <a:off x="11116056" y="57224"/>
                        <a:ext cx="955993" cy="958635"/>
                      </a:xfrm>
                      <a:prstGeom prst="rect">
                        <a:avLst/>
                      </a:prstGeom>
                    </p:spPr>
                  </p:pic>
                </p:oleObj>
              </mc:Fallback>
            </mc:AlternateContent>
          </a:graphicData>
        </a:graphic>
      </p:graphicFrame>
      <p:graphicFrame>
        <p:nvGraphicFramePr>
          <p:cNvPr id="5" name="Tabela 4">
            <a:extLst>
              <a:ext uri="{FF2B5EF4-FFF2-40B4-BE49-F238E27FC236}">
                <a16:creationId xmlns:a16="http://schemas.microsoft.com/office/drawing/2014/main" id="{7461FE3A-2564-F4F7-A57C-64BA4C98756C}"/>
              </a:ext>
            </a:extLst>
          </p:cNvPr>
          <p:cNvGraphicFramePr>
            <a:graphicFrameLocks noGrp="1"/>
          </p:cNvGraphicFramePr>
          <p:nvPr>
            <p:extLst>
              <p:ext uri="{D42A27DB-BD31-4B8C-83A1-F6EECF244321}">
                <p14:modId xmlns:p14="http://schemas.microsoft.com/office/powerpoint/2010/main" val="2086730364"/>
              </p:ext>
            </p:extLst>
          </p:nvPr>
        </p:nvGraphicFramePr>
        <p:xfrm>
          <a:off x="345440" y="1277144"/>
          <a:ext cx="11521440" cy="4564380"/>
        </p:xfrm>
        <a:graphic>
          <a:graphicData uri="http://schemas.openxmlformats.org/drawingml/2006/table">
            <a:tbl>
              <a:tblPr/>
              <a:tblGrid>
                <a:gridCol w="3590308">
                  <a:extLst>
                    <a:ext uri="{9D8B030D-6E8A-4147-A177-3AD203B41FA5}">
                      <a16:colId xmlns:a16="http://schemas.microsoft.com/office/drawing/2014/main" val="4113015010"/>
                    </a:ext>
                  </a:extLst>
                </a:gridCol>
                <a:gridCol w="3144055">
                  <a:extLst>
                    <a:ext uri="{9D8B030D-6E8A-4147-A177-3AD203B41FA5}">
                      <a16:colId xmlns:a16="http://schemas.microsoft.com/office/drawing/2014/main" val="3322472101"/>
                    </a:ext>
                  </a:extLst>
                </a:gridCol>
                <a:gridCol w="4787077">
                  <a:extLst>
                    <a:ext uri="{9D8B030D-6E8A-4147-A177-3AD203B41FA5}">
                      <a16:colId xmlns:a16="http://schemas.microsoft.com/office/drawing/2014/main" val="1278618970"/>
                    </a:ext>
                  </a:extLst>
                </a:gridCol>
              </a:tblGrid>
              <a:tr h="190500">
                <a:tc>
                  <a:txBody>
                    <a:bodyPr/>
                    <a:lstStyle/>
                    <a:p>
                      <a:pPr algn="ctr" fontAlgn="ctr">
                        <a:buNone/>
                      </a:pPr>
                      <a:r>
                        <a:rPr lang="pt-BR" sz="1400" b="1" i="0" u="none" strike="noStrike" dirty="0">
                          <a:solidFill>
                            <a:srgbClr val="FFFFFF"/>
                          </a:solidFill>
                          <a:effectLst/>
                          <a:latin typeface="Aptos" panose="020B0004020202020204" pitchFamily="34" charset="0"/>
                        </a:rPr>
                        <a:t>Cenário</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15E99"/>
                    </a:solidFill>
                  </a:tcPr>
                </a:tc>
                <a:tc>
                  <a:txBody>
                    <a:bodyPr/>
                    <a:lstStyle/>
                    <a:p>
                      <a:pPr algn="ctr" fontAlgn="ctr">
                        <a:buNone/>
                      </a:pPr>
                      <a:r>
                        <a:rPr lang="pt-BR" sz="1400" b="1" i="0" u="none" strike="noStrike" dirty="0">
                          <a:solidFill>
                            <a:srgbClr val="FFFFFF"/>
                          </a:solidFill>
                          <a:effectLst/>
                          <a:latin typeface="Aptos" panose="020B0004020202020204" pitchFamily="34" charset="0"/>
                        </a:rPr>
                        <a:t>Padrões Recomendados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15E99"/>
                    </a:solidFill>
                  </a:tcPr>
                </a:tc>
                <a:tc>
                  <a:txBody>
                    <a:bodyPr/>
                    <a:lstStyle/>
                    <a:p>
                      <a:pPr algn="ctr" fontAlgn="ctr">
                        <a:buNone/>
                      </a:pPr>
                      <a:r>
                        <a:rPr lang="pt-BR" sz="1400" b="1" i="0" u="none" strike="noStrike" dirty="0">
                          <a:solidFill>
                            <a:srgbClr val="FFFFFF"/>
                          </a:solidFill>
                          <a:effectLst/>
                          <a:latin typeface="Aptos" panose="020B0004020202020204" pitchFamily="34" charset="0"/>
                        </a:rPr>
                        <a:t>Principais Considerações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15E99"/>
                    </a:solidFill>
                  </a:tcPr>
                </a:tc>
                <a:extLst>
                  <a:ext uri="{0D108BD9-81ED-4DB2-BD59-A6C34878D82A}">
                    <a16:rowId xmlns:a16="http://schemas.microsoft.com/office/drawing/2014/main" val="1119821074"/>
                  </a:ext>
                </a:extLst>
              </a:tr>
              <a:tr h="312420">
                <a:tc>
                  <a:txBody>
                    <a:bodyPr/>
                    <a:lstStyle/>
                    <a:p>
                      <a:pPr algn="ctr" fontAlgn="ctr">
                        <a:buNone/>
                      </a:pPr>
                      <a:r>
                        <a:rPr lang="pt-BR" sz="1400" b="1" i="0" u="none" strike="noStrike" dirty="0">
                          <a:solidFill>
                            <a:srgbClr val="156082"/>
                          </a:solidFill>
                          <a:effectLst/>
                          <a:latin typeface="Aptos" panose="020B0004020202020204" pitchFamily="34" charset="0"/>
                        </a:rPr>
                        <a:t>Sistemas escaláveis e complexos</a:t>
                      </a:r>
                      <a:br>
                        <a:rPr lang="pt-BR" sz="1400" b="1" i="0" u="none" strike="noStrike" dirty="0">
                          <a:solidFill>
                            <a:srgbClr val="156082"/>
                          </a:solidFill>
                          <a:effectLst/>
                          <a:latin typeface="Aptos" panose="020B0004020202020204" pitchFamily="34" charset="0"/>
                        </a:rPr>
                      </a:br>
                      <a:r>
                        <a:rPr lang="pt-BR" sz="1400" b="0" i="0" u="none" strike="noStrike" dirty="0">
                          <a:solidFill>
                            <a:srgbClr val="156082"/>
                          </a:solidFill>
                          <a:effectLst/>
                          <a:latin typeface="Aptos" panose="020B0004020202020204" pitchFamily="34" charset="0"/>
                        </a:rPr>
                        <a:t>(e-commerce, SaaS)</a:t>
                      </a:r>
                      <a:endParaRPr lang="pt-BR" sz="1400" b="1" i="0" u="none" strike="noStrike" dirty="0">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1400" b="0" i="0" u="none" strike="noStrike" dirty="0">
                          <a:solidFill>
                            <a:srgbClr val="156082"/>
                          </a:solidFill>
                          <a:effectLst/>
                          <a:latin typeface="Aptos" panose="020B0004020202020204" pitchFamily="34" charset="0"/>
                        </a:rPr>
                        <a:t>Microsserviços, Arquitetura Orientada a Eventos (Event-</a:t>
                      </a:r>
                      <a:r>
                        <a:rPr lang="pt-BR" sz="1400" b="0" i="0" u="none" strike="noStrike" dirty="0" err="1">
                          <a:solidFill>
                            <a:srgbClr val="156082"/>
                          </a:solidFill>
                          <a:effectLst/>
                          <a:latin typeface="Aptos" panose="020B0004020202020204" pitchFamily="34" charset="0"/>
                        </a:rPr>
                        <a:t>Driven</a:t>
                      </a:r>
                      <a:r>
                        <a:rPr lang="pt-BR" sz="1400" b="0" i="0" u="none" strike="noStrike" dirty="0">
                          <a:solidFill>
                            <a:srgbClr val="156082"/>
                          </a:solidFill>
                          <a:effectLst/>
                          <a:latin typeface="Aptos" panose="020B0004020202020204" pitchFamily="34" charset="0"/>
                        </a:rPr>
                        <a:t>), </a:t>
                      </a:r>
                      <a:r>
                        <a:rPr lang="pt-BR" sz="1400" b="0" i="0" u="none" strike="noStrike" dirty="0" err="1">
                          <a:solidFill>
                            <a:srgbClr val="156082"/>
                          </a:solidFill>
                          <a:effectLst/>
                          <a:latin typeface="Aptos" panose="020B0004020202020204" pitchFamily="34" charset="0"/>
                        </a:rPr>
                        <a:t>Serverless</a:t>
                      </a:r>
                      <a:endParaRPr lang="pt-BR" sz="1400" b="0" i="0" u="none" strike="noStrike" dirty="0">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1400" b="0" i="0" u="none" strike="noStrike">
                          <a:solidFill>
                            <a:srgbClr val="156082"/>
                          </a:solidFill>
                          <a:effectLst/>
                          <a:latin typeface="Aptos" panose="020B0004020202020204" pitchFamily="34" charset="0"/>
                        </a:rPr>
                        <a:t>Experiência da equipe em DevOps, custos de infraestrutura e necessidades de comunicação assíncrona</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3498752"/>
                  </a:ext>
                </a:extLst>
              </a:tr>
              <a:tr h="312420">
                <a:tc>
                  <a:txBody>
                    <a:bodyPr/>
                    <a:lstStyle/>
                    <a:p>
                      <a:pPr algn="ctr" fontAlgn="ctr">
                        <a:buNone/>
                      </a:pPr>
                      <a:r>
                        <a:rPr lang="pt-BR" sz="1400" b="1" i="0" u="none" strike="noStrike">
                          <a:solidFill>
                            <a:srgbClr val="156082"/>
                          </a:solidFill>
                          <a:effectLst/>
                          <a:latin typeface="Aptos" panose="020B0004020202020204" pitchFamily="34" charset="0"/>
                        </a:rPr>
                        <a:t>Processamento em tempo real</a:t>
                      </a:r>
                      <a:br>
                        <a:rPr lang="pt-BR" sz="1400" b="1" i="0" u="none" strike="noStrike">
                          <a:solidFill>
                            <a:srgbClr val="156082"/>
                          </a:solidFill>
                          <a:effectLst/>
                          <a:latin typeface="Aptos" panose="020B0004020202020204" pitchFamily="34" charset="0"/>
                        </a:rPr>
                      </a:br>
                      <a:r>
                        <a:rPr lang="pt-BR" sz="1400" b="0" i="0" u="none" strike="noStrike">
                          <a:solidFill>
                            <a:srgbClr val="156082"/>
                          </a:solidFill>
                          <a:effectLst/>
                          <a:latin typeface="Aptos" panose="020B0004020202020204" pitchFamily="34" charset="0"/>
                        </a:rPr>
                        <a:t>(IoT, trading)</a:t>
                      </a:r>
                      <a:endParaRPr lang="pt-BR" sz="1400" b="1" i="0" u="none" strike="noStrike">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1400" b="0" i="0" u="none" strike="noStrike" dirty="0">
                          <a:solidFill>
                            <a:srgbClr val="156082"/>
                          </a:solidFill>
                          <a:effectLst/>
                          <a:latin typeface="Aptos" panose="020B0004020202020204" pitchFamily="34" charset="0"/>
                        </a:rPr>
                        <a:t>Event-</a:t>
                      </a:r>
                      <a:r>
                        <a:rPr lang="pt-BR" sz="1400" b="0" i="0" u="none" strike="noStrike" dirty="0" err="1">
                          <a:solidFill>
                            <a:srgbClr val="156082"/>
                          </a:solidFill>
                          <a:effectLst/>
                          <a:latin typeface="Aptos" panose="020B0004020202020204" pitchFamily="34" charset="0"/>
                        </a:rPr>
                        <a:t>Driven</a:t>
                      </a:r>
                      <a:r>
                        <a:rPr lang="pt-BR" sz="1400" b="0" i="0" u="none" strike="noStrike" dirty="0">
                          <a:solidFill>
                            <a:srgbClr val="156082"/>
                          </a:solidFill>
                          <a:effectLst/>
                          <a:latin typeface="Aptos" panose="020B0004020202020204" pitchFamily="34" charset="0"/>
                        </a:rPr>
                        <a:t>, Space-</a:t>
                      </a:r>
                      <a:r>
                        <a:rPr lang="pt-BR" sz="1400" b="0" i="0" u="none" strike="noStrike" dirty="0" err="1">
                          <a:solidFill>
                            <a:srgbClr val="156082"/>
                          </a:solidFill>
                          <a:effectLst/>
                          <a:latin typeface="Aptos" panose="020B0004020202020204" pitchFamily="34" charset="0"/>
                        </a:rPr>
                        <a:t>Based</a:t>
                      </a:r>
                      <a:r>
                        <a:rPr lang="pt-BR" sz="1400" b="0" i="0" u="none" strike="noStrike" dirty="0">
                          <a:solidFill>
                            <a:srgbClr val="156082"/>
                          </a:solidFill>
                          <a:effectLst/>
                          <a:latin typeface="Aptos" panose="020B0004020202020204" pitchFamily="34" charset="0"/>
                        </a:rPr>
                        <a:t>, CQRS + Event </a:t>
                      </a:r>
                      <a:r>
                        <a:rPr lang="pt-BR" sz="1400" b="0" i="0" u="none" strike="noStrike" dirty="0" err="1">
                          <a:solidFill>
                            <a:srgbClr val="156082"/>
                          </a:solidFill>
                          <a:effectLst/>
                          <a:latin typeface="Aptos" panose="020B0004020202020204" pitchFamily="34" charset="0"/>
                        </a:rPr>
                        <a:t>Sourcing</a:t>
                      </a:r>
                      <a:endParaRPr lang="pt-BR" sz="1400" b="0" i="0" u="none" strike="noStrike" dirty="0">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1400" b="0" i="0" u="none" strike="noStrike" dirty="0">
                          <a:solidFill>
                            <a:srgbClr val="156082"/>
                          </a:solidFill>
                          <a:effectLst/>
                          <a:latin typeface="Aptos" panose="020B0004020202020204" pitchFamily="34" charset="0"/>
                        </a:rPr>
                        <a:t>Baixa latência, alta concorrência e necessidade de histórico/auditoria de eventos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extLst>
                  <a:ext uri="{0D108BD9-81ED-4DB2-BD59-A6C34878D82A}">
                    <a16:rowId xmlns:a16="http://schemas.microsoft.com/office/drawing/2014/main" val="3628457742"/>
                  </a:ext>
                </a:extLst>
              </a:tr>
              <a:tr h="312420">
                <a:tc>
                  <a:txBody>
                    <a:bodyPr/>
                    <a:lstStyle/>
                    <a:p>
                      <a:pPr algn="ctr" fontAlgn="ctr">
                        <a:buNone/>
                      </a:pPr>
                      <a:r>
                        <a:rPr lang="pt-BR" sz="1400" b="1" i="0" u="none" strike="noStrike">
                          <a:solidFill>
                            <a:srgbClr val="156082"/>
                          </a:solidFill>
                          <a:effectLst/>
                          <a:latin typeface="Aptos" panose="020B0004020202020204" pitchFamily="34" charset="0"/>
                        </a:rPr>
                        <a:t>Aplicações econômicas para MVPs/startups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1400" b="0" i="0" u="none" strike="noStrike" dirty="0">
                          <a:solidFill>
                            <a:srgbClr val="156082"/>
                          </a:solidFill>
                          <a:effectLst/>
                          <a:latin typeface="Aptos" panose="020B0004020202020204" pitchFamily="34" charset="0"/>
                        </a:rPr>
                        <a:t>Arquitetura em Camadas (</a:t>
                      </a:r>
                      <a:r>
                        <a:rPr lang="pt-BR" sz="1400" b="0" i="0" u="none" strike="noStrike" dirty="0" err="1">
                          <a:solidFill>
                            <a:srgbClr val="156082"/>
                          </a:solidFill>
                          <a:effectLst/>
                          <a:latin typeface="Aptos" panose="020B0004020202020204" pitchFamily="34" charset="0"/>
                        </a:rPr>
                        <a:t>Layered</a:t>
                      </a:r>
                      <a:r>
                        <a:rPr lang="pt-BR" sz="1400" b="0" i="0" u="none" strike="noStrike" dirty="0">
                          <a:solidFill>
                            <a:srgbClr val="156082"/>
                          </a:solidFill>
                          <a:effectLst/>
                          <a:latin typeface="Aptos" panose="020B0004020202020204" pitchFamily="34" charset="0"/>
                        </a:rPr>
                        <a:t>), </a:t>
                      </a:r>
                      <a:r>
                        <a:rPr lang="pt-BR" sz="1400" b="0" i="0" u="none" strike="noStrike" dirty="0" err="1">
                          <a:solidFill>
                            <a:srgbClr val="156082"/>
                          </a:solidFill>
                          <a:effectLst/>
                          <a:latin typeface="Aptos" panose="020B0004020202020204" pitchFamily="34" charset="0"/>
                        </a:rPr>
                        <a:t>Serverless</a:t>
                      </a:r>
                      <a:r>
                        <a:rPr lang="pt-BR" sz="1400" b="0" i="0" u="none" strike="noStrike" dirty="0">
                          <a:solidFill>
                            <a:srgbClr val="156082"/>
                          </a:solidFill>
                          <a:effectLst/>
                          <a:latin typeface="Aptos" panose="020B0004020202020204" pitchFamily="34" charset="0"/>
                        </a:rPr>
                        <a:t>, </a:t>
                      </a:r>
                      <a:r>
                        <a:rPr lang="pt-BR" sz="1400" b="0" i="0" u="none" strike="noStrike" dirty="0" err="1">
                          <a:solidFill>
                            <a:srgbClr val="156082"/>
                          </a:solidFill>
                          <a:effectLst/>
                          <a:latin typeface="Aptos" panose="020B0004020202020204" pitchFamily="34" charset="0"/>
                        </a:rPr>
                        <a:t>Microkernel</a:t>
                      </a:r>
                      <a:endParaRPr lang="pt-BR" sz="1400" b="0" i="0" u="none" strike="noStrike" dirty="0">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1400" b="0" i="0" u="none" strike="noStrike" dirty="0">
                          <a:solidFill>
                            <a:srgbClr val="156082"/>
                          </a:solidFill>
                          <a:effectLst/>
                          <a:latin typeface="Aptos" panose="020B0004020202020204" pitchFamily="34" charset="0"/>
                        </a:rPr>
                        <a:t>Baixo custo inicial, modelo de cobrança por uso (</a:t>
                      </a:r>
                      <a:r>
                        <a:rPr lang="pt-BR" sz="1400" b="0" i="0" u="none" strike="noStrike" dirty="0" err="1">
                          <a:solidFill>
                            <a:srgbClr val="156082"/>
                          </a:solidFill>
                          <a:effectLst/>
                          <a:latin typeface="Aptos" panose="020B0004020202020204" pitchFamily="34" charset="0"/>
                        </a:rPr>
                        <a:t>Pay</a:t>
                      </a:r>
                      <a:r>
                        <a:rPr lang="pt-BR" sz="1400" b="0" i="0" u="none" strike="noStrike" dirty="0">
                          <a:solidFill>
                            <a:srgbClr val="156082"/>
                          </a:solidFill>
                          <a:effectLst/>
                          <a:latin typeface="Aptos" panose="020B0004020202020204" pitchFamily="34" charset="0"/>
                        </a:rPr>
                        <a:t>-as-</a:t>
                      </a:r>
                      <a:r>
                        <a:rPr lang="pt-BR" sz="1400" b="0" i="0" u="none" strike="noStrike" dirty="0" err="1">
                          <a:solidFill>
                            <a:srgbClr val="156082"/>
                          </a:solidFill>
                          <a:effectLst/>
                          <a:latin typeface="Aptos" panose="020B0004020202020204" pitchFamily="34" charset="0"/>
                        </a:rPr>
                        <a:t>you</a:t>
                      </a:r>
                      <a:r>
                        <a:rPr lang="pt-BR" sz="1400" b="0" i="0" u="none" strike="noStrike" dirty="0">
                          <a:solidFill>
                            <a:srgbClr val="156082"/>
                          </a:solidFill>
                          <a:effectLst/>
                          <a:latin typeface="Aptos" panose="020B0004020202020204" pitchFamily="34" charset="0"/>
                        </a:rPr>
                        <a:t>-go) e complexidade simples a moderada</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4947414"/>
                  </a:ext>
                </a:extLst>
              </a:tr>
              <a:tr h="312420">
                <a:tc>
                  <a:txBody>
                    <a:bodyPr/>
                    <a:lstStyle/>
                    <a:p>
                      <a:pPr algn="ctr" fontAlgn="ctr">
                        <a:buNone/>
                      </a:pPr>
                      <a:r>
                        <a:rPr lang="pt-BR" sz="1400" b="1" i="0" u="none" strike="noStrike">
                          <a:solidFill>
                            <a:srgbClr val="156082"/>
                          </a:solidFill>
                          <a:effectLst/>
                          <a:latin typeface="Aptos" panose="020B0004020202020204" pitchFamily="34" charset="0"/>
                        </a:rPr>
                        <a:t>Aplicações modulares/extensíveis</a:t>
                      </a:r>
                      <a:br>
                        <a:rPr lang="pt-BR" sz="1400" b="1" i="0" u="none" strike="noStrike">
                          <a:solidFill>
                            <a:srgbClr val="156082"/>
                          </a:solidFill>
                          <a:effectLst/>
                          <a:latin typeface="Aptos" panose="020B0004020202020204" pitchFamily="34" charset="0"/>
                        </a:rPr>
                      </a:br>
                      <a:r>
                        <a:rPr lang="pt-BR" sz="1400" b="0" i="0" u="none" strike="noStrike">
                          <a:solidFill>
                            <a:srgbClr val="156082"/>
                          </a:solidFill>
                          <a:effectLst/>
                          <a:latin typeface="Aptos" panose="020B0004020202020204" pitchFamily="34" charset="0"/>
                        </a:rPr>
                        <a:t>(IDE's, CMS)</a:t>
                      </a:r>
                      <a:endParaRPr lang="pt-BR" sz="1400" b="1" i="0" u="none" strike="noStrike">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1400" b="0" i="0" u="none" strike="noStrike" dirty="0" err="1">
                          <a:solidFill>
                            <a:srgbClr val="156082"/>
                          </a:solidFill>
                          <a:effectLst/>
                          <a:latin typeface="Aptos" panose="020B0004020202020204" pitchFamily="34" charset="0"/>
                        </a:rPr>
                        <a:t>Microkernel</a:t>
                      </a:r>
                      <a:r>
                        <a:rPr lang="pt-BR" sz="1400" b="0" i="0" u="none" strike="noStrike" dirty="0">
                          <a:solidFill>
                            <a:srgbClr val="156082"/>
                          </a:solidFill>
                          <a:effectLst/>
                          <a:latin typeface="Aptos" panose="020B0004020202020204" pitchFamily="34" charset="0"/>
                        </a:rPr>
                        <a:t>, Hexagonal, Pipe &amp; Filter</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1400" b="0" i="0" u="none" strike="noStrike" dirty="0">
                          <a:solidFill>
                            <a:srgbClr val="156082"/>
                          </a:solidFill>
                          <a:effectLst/>
                          <a:latin typeface="Aptos" panose="020B0004020202020204" pitchFamily="34" charset="0"/>
                        </a:rPr>
                        <a:t>Suporte a plugins, adaptabilidade a mudanças tecnológicas e necessidade de um pipeline de dados bem projetado</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extLst>
                  <a:ext uri="{0D108BD9-81ED-4DB2-BD59-A6C34878D82A}">
                    <a16:rowId xmlns:a16="http://schemas.microsoft.com/office/drawing/2014/main" val="1138174743"/>
                  </a:ext>
                </a:extLst>
              </a:tr>
              <a:tr h="312420">
                <a:tc>
                  <a:txBody>
                    <a:bodyPr/>
                    <a:lstStyle/>
                    <a:p>
                      <a:pPr algn="ctr" fontAlgn="ctr">
                        <a:buNone/>
                      </a:pPr>
                      <a:r>
                        <a:rPr lang="pt-BR" sz="1400" b="1" i="0" u="none" strike="noStrike">
                          <a:solidFill>
                            <a:srgbClr val="156082"/>
                          </a:solidFill>
                          <a:effectLst/>
                          <a:latin typeface="Aptos" panose="020B0004020202020204" pitchFamily="34" charset="0"/>
                        </a:rPr>
                        <a:t>Tolerância a falhas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1400" b="0" i="0" u="none" strike="noStrike">
                          <a:solidFill>
                            <a:srgbClr val="156082"/>
                          </a:solidFill>
                          <a:effectLst/>
                          <a:latin typeface="Aptos" panose="020B0004020202020204" pitchFamily="34" charset="0"/>
                        </a:rPr>
                        <a:t>Circuit Breaker, Microsserviços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1400" b="0" i="0" u="none" strike="noStrike" dirty="0">
                          <a:solidFill>
                            <a:srgbClr val="156082"/>
                          </a:solidFill>
                          <a:effectLst/>
                          <a:latin typeface="Aptos" panose="020B0004020202020204" pitchFamily="34" charset="0"/>
                        </a:rPr>
                        <a:t>Prevenção de falhas em cascata e oferta de um design de serviços resiliente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3479693"/>
                  </a:ext>
                </a:extLst>
              </a:tr>
              <a:tr h="312420">
                <a:tc>
                  <a:txBody>
                    <a:bodyPr/>
                    <a:lstStyle/>
                    <a:p>
                      <a:pPr algn="ctr" fontAlgn="ctr">
                        <a:buNone/>
                      </a:pPr>
                      <a:r>
                        <a:rPr lang="pt-BR" sz="1400" b="1" i="0" u="none" strike="noStrike">
                          <a:solidFill>
                            <a:srgbClr val="156082"/>
                          </a:solidFill>
                          <a:effectLst/>
                          <a:latin typeface="Aptos" panose="020B0004020202020204" pitchFamily="34" charset="0"/>
                        </a:rPr>
                        <a:t>Aplicações com grande volume de dados</a:t>
                      </a:r>
                      <a:br>
                        <a:rPr lang="pt-BR" sz="1400" b="1" i="0" u="none" strike="noStrike">
                          <a:solidFill>
                            <a:srgbClr val="156082"/>
                          </a:solidFill>
                          <a:effectLst/>
                          <a:latin typeface="Aptos" panose="020B0004020202020204" pitchFamily="34" charset="0"/>
                        </a:rPr>
                      </a:br>
                      <a:r>
                        <a:rPr lang="pt-BR" sz="1400" b="0" i="0" u="none" strike="noStrike">
                          <a:solidFill>
                            <a:srgbClr val="156082"/>
                          </a:solidFill>
                          <a:effectLst/>
                          <a:latin typeface="Aptos" panose="020B0004020202020204" pitchFamily="34" charset="0"/>
                        </a:rPr>
                        <a:t>(analytics, dashboards)</a:t>
                      </a:r>
                      <a:endParaRPr lang="pt-BR" sz="1400" b="1" i="0" u="none" strike="noStrike">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1400" b="0" i="0" u="none" strike="noStrike" dirty="0">
                          <a:solidFill>
                            <a:srgbClr val="156082"/>
                          </a:solidFill>
                          <a:effectLst/>
                          <a:latin typeface="Aptos" panose="020B0004020202020204" pitchFamily="34" charset="0"/>
                        </a:rPr>
                        <a:t>CQRS, Event </a:t>
                      </a:r>
                      <a:r>
                        <a:rPr lang="pt-BR" sz="1400" b="0" i="0" u="none" strike="noStrike" dirty="0" err="1">
                          <a:solidFill>
                            <a:srgbClr val="156082"/>
                          </a:solidFill>
                          <a:effectLst/>
                          <a:latin typeface="Aptos" panose="020B0004020202020204" pitchFamily="34" charset="0"/>
                        </a:rPr>
                        <a:t>Sourcing</a:t>
                      </a:r>
                      <a:r>
                        <a:rPr lang="pt-BR" sz="1400" b="0" i="0" u="none" strike="noStrike" dirty="0">
                          <a:solidFill>
                            <a:srgbClr val="156082"/>
                          </a:solidFill>
                          <a:effectLst/>
                          <a:latin typeface="Aptos" panose="020B0004020202020204" pitchFamily="34" charset="0"/>
                        </a:rPr>
                        <a:t>, Pipe &amp; Filter</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1400" b="0" i="0" u="none" strike="noStrike" dirty="0">
                          <a:solidFill>
                            <a:srgbClr val="156082"/>
                          </a:solidFill>
                          <a:effectLst/>
                          <a:latin typeface="Aptos" panose="020B0004020202020204" pitchFamily="34" charset="0"/>
                        </a:rPr>
                        <a:t>Separação entre leitura e escrita, trilhas de auditoria e fluxos de transformação de dados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extLst>
                  <a:ext uri="{0D108BD9-81ED-4DB2-BD59-A6C34878D82A}">
                    <a16:rowId xmlns:a16="http://schemas.microsoft.com/office/drawing/2014/main" val="2219529934"/>
                  </a:ext>
                </a:extLst>
              </a:tr>
              <a:tr h="312420">
                <a:tc>
                  <a:txBody>
                    <a:bodyPr/>
                    <a:lstStyle/>
                    <a:p>
                      <a:pPr algn="ctr" fontAlgn="ctr">
                        <a:buNone/>
                      </a:pPr>
                      <a:r>
                        <a:rPr lang="pt-BR" sz="1400" b="1" i="0" u="none" strike="noStrike">
                          <a:solidFill>
                            <a:srgbClr val="156082"/>
                          </a:solidFill>
                          <a:effectLst/>
                          <a:latin typeface="Aptos" panose="020B0004020202020204" pitchFamily="34" charset="0"/>
                        </a:rPr>
                        <a:t>Sistemas descentralizados</a:t>
                      </a:r>
                      <a:br>
                        <a:rPr lang="pt-BR" sz="1400" b="1" i="0" u="none" strike="noStrike">
                          <a:solidFill>
                            <a:srgbClr val="156082"/>
                          </a:solidFill>
                          <a:effectLst/>
                          <a:latin typeface="Aptos" panose="020B0004020202020204" pitchFamily="34" charset="0"/>
                        </a:rPr>
                      </a:br>
                      <a:r>
                        <a:rPr lang="pt-BR" sz="1400" b="0" i="0" u="none" strike="noStrike">
                          <a:solidFill>
                            <a:srgbClr val="156082"/>
                          </a:solidFill>
                          <a:effectLst/>
                          <a:latin typeface="Aptos" panose="020B0004020202020204" pitchFamily="34" charset="0"/>
                        </a:rPr>
                        <a:t>(compartilhamento de arquivos)</a:t>
                      </a:r>
                      <a:endParaRPr lang="pt-BR" sz="1400" b="1" i="0" u="none" strike="noStrike">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1400" b="0" i="0" u="none" strike="noStrike">
                          <a:solidFill>
                            <a:srgbClr val="156082"/>
                          </a:solidFill>
                          <a:effectLst/>
                          <a:latin typeface="Aptos" panose="020B0004020202020204" pitchFamily="34" charset="0"/>
                        </a:rPr>
                        <a:t>Peer-to-Peer (P2P)</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1400" b="0" i="0" u="none" strike="noStrike" dirty="0">
                          <a:solidFill>
                            <a:srgbClr val="156082"/>
                          </a:solidFill>
                          <a:effectLst/>
                          <a:latin typeface="Aptos" panose="020B0004020202020204" pitchFamily="34" charset="0"/>
                        </a:rPr>
                        <a:t>Sem necessidade de servidor central, compartilhamento de recursos e desafios de segurança</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1937830"/>
                  </a:ext>
                </a:extLst>
              </a:tr>
              <a:tr h="312420">
                <a:tc>
                  <a:txBody>
                    <a:bodyPr/>
                    <a:lstStyle/>
                    <a:p>
                      <a:pPr algn="ctr" fontAlgn="ctr">
                        <a:buNone/>
                      </a:pPr>
                      <a:r>
                        <a:rPr lang="pt-BR" sz="1400" b="1" i="0" u="none" strike="noStrike">
                          <a:solidFill>
                            <a:srgbClr val="156082"/>
                          </a:solidFill>
                          <a:effectLst/>
                          <a:latin typeface="Aptos" panose="020B0004020202020204" pitchFamily="34" charset="0"/>
                        </a:rPr>
                        <a:t>Aplicações nativas em nuvem</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1400" b="0" i="0" u="none" strike="noStrike">
                          <a:solidFill>
                            <a:srgbClr val="156082"/>
                          </a:solidFill>
                          <a:effectLst/>
                          <a:latin typeface="Aptos" panose="020B0004020202020204" pitchFamily="34" charset="0"/>
                        </a:rPr>
                        <a:t>Serverless, Sidecar, Microsserviços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1400" b="0" i="0" u="none" strike="noStrike" dirty="0">
                          <a:solidFill>
                            <a:srgbClr val="156082"/>
                          </a:solidFill>
                          <a:effectLst/>
                          <a:latin typeface="Aptos" panose="020B0004020202020204" pitchFamily="34" charset="0"/>
                        </a:rPr>
                        <a:t>Integração com nuvem (AWS/Azure), conteinerização e escalabilidade automática</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extLst>
                  <a:ext uri="{0D108BD9-81ED-4DB2-BD59-A6C34878D82A}">
                    <a16:rowId xmlns:a16="http://schemas.microsoft.com/office/drawing/2014/main" val="183026227"/>
                  </a:ext>
                </a:extLst>
              </a:tr>
              <a:tr h="312420">
                <a:tc>
                  <a:txBody>
                    <a:bodyPr/>
                    <a:lstStyle/>
                    <a:p>
                      <a:pPr algn="ctr" fontAlgn="ctr">
                        <a:buNone/>
                      </a:pPr>
                      <a:r>
                        <a:rPr lang="pt-BR" sz="1400" b="1" i="0" u="none" strike="noStrike">
                          <a:solidFill>
                            <a:srgbClr val="156082"/>
                          </a:solidFill>
                          <a:effectLst/>
                          <a:latin typeface="Aptos" panose="020B0004020202020204" pitchFamily="34" charset="0"/>
                        </a:rPr>
                        <a:t>Modernização de sistemas legados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1400" b="0" i="0" u="none" strike="noStrike">
                          <a:solidFill>
                            <a:srgbClr val="156082"/>
                          </a:solidFill>
                          <a:effectLst/>
                          <a:latin typeface="Aptos" panose="020B0004020202020204" pitchFamily="34" charset="0"/>
                        </a:rPr>
                        <a:t>Sidecar, Microsserviços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1400" b="0" i="0" u="none" strike="noStrike" dirty="0">
                          <a:solidFill>
                            <a:srgbClr val="156082"/>
                          </a:solidFill>
                          <a:effectLst/>
                          <a:latin typeface="Aptos" panose="020B0004020202020204" pitchFamily="34" charset="0"/>
                        </a:rPr>
                        <a:t>Possibilidade de adicionar funcionalidades sem reescrita completa e adoção incremental da nuvem</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903832"/>
                  </a:ext>
                </a:extLst>
              </a:tr>
              <a:tr h="312420">
                <a:tc>
                  <a:txBody>
                    <a:bodyPr/>
                    <a:lstStyle/>
                    <a:p>
                      <a:pPr algn="ctr" fontAlgn="ctr">
                        <a:buNone/>
                      </a:pPr>
                      <a:r>
                        <a:rPr lang="pt-BR" sz="1400" b="1" i="0" u="none" strike="noStrike">
                          <a:solidFill>
                            <a:srgbClr val="156082"/>
                          </a:solidFill>
                          <a:effectLst/>
                          <a:latin typeface="Aptos" panose="020B0004020202020204" pitchFamily="34" charset="0"/>
                        </a:rPr>
                        <a:t>Sistemas de alta concorrência</a:t>
                      </a:r>
                      <a:br>
                        <a:rPr lang="pt-BR" sz="1400" b="1" i="0" u="none" strike="noStrike">
                          <a:solidFill>
                            <a:srgbClr val="156082"/>
                          </a:solidFill>
                          <a:effectLst/>
                          <a:latin typeface="Aptos" panose="020B0004020202020204" pitchFamily="34" charset="0"/>
                        </a:rPr>
                      </a:br>
                      <a:r>
                        <a:rPr lang="pt-BR" sz="1400" b="0" i="0" u="none" strike="noStrike">
                          <a:solidFill>
                            <a:srgbClr val="156082"/>
                          </a:solidFill>
                          <a:effectLst/>
                          <a:latin typeface="Aptos" panose="020B0004020202020204" pitchFamily="34" charset="0"/>
                        </a:rPr>
                        <a:t>(leilões)</a:t>
                      </a:r>
                      <a:endParaRPr lang="pt-BR" sz="1400" b="1" i="0" u="none" strike="noStrike">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1400" b="0" i="0" u="none" strike="noStrike">
                          <a:solidFill>
                            <a:srgbClr val="156082"/>
                          </a:solidFill>
                          <a:effectLst/>
                          <a:latin typeface="Aptos" panose="020B0004020202020204" pitchFamily="34" charset="0"/>
                        </a:rPr>
                        <a:t>Space-Based, Event-Driven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1400" b="0" i="0" u="none" strike="noStrike" dirty="0">
                          <a:solidFill>
                            <a:srgbClr val="156082"/>
                          </a:solidFill>
                          <a:effectLst/>
                          <a:latin typeface="Aptos" panose="020B0004020202020204" pitchFamily="34" charset="0"/>
                        </a:rPr>
                        <a:t>Grades de dados em memória, processamento em tempo real e escalabilidade horizontal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extLst>
                  <a:ext uri="{0D108BD9-81ED-4DB2-BD59-A6C34878D82A}">
                    <a16:rowId xmlns:a16="http://schemas.microsoft.com/office/drawing/2014/main" val="3320259886"/>
                  </a:ext>
                </a:extLst>
              </a:tr>
            </a:tbl>
          </a:graphicData>
        </a:graphic>
      </p:graphicFrame>
      <p:pic>
        <p:nvPicPr>
          <p:cNvPr id="8" name="Imagem 7">
            <a:extLst>
              <a:ext uri="{FF2B5EF4-FFF2-40B4-BE49-F238E27FC236}">
                <a16:creationId xmlns:a16="http://schemas.microsoft.com/office/drawing/2014/main" id="{94C7B1F9-9CE5-A7EA-DAAE-32A1502AD7AB}"/>
              </a:ext>
            </a:extLst>
          </p:cNvPr>
          <p:cNvPicPr>
            <a:picLocks noChangeAspect="1"/>
          </p:cNvPicPr>
          <p:nvPr/>
        </p:nvPicPr>
        <p:blipFill>
          <a:blip r:embed="rId5"/>
          <a:stretch>
            <a:fillRect/>
          </a:stretch>
        </p:blipFill>
        <p:spPr>
          <a:xfrm>
            <a:off x="14194" y="6311898"/>
            <a:ext cx="498251" cy="530976"/>
          </a:xfrm>
          <a:prstGeom prst="rect">
            <a:avLst/>
          </a:prstGeom>
        </p:spPr>
      </p:pic>
    </p:spTree>
    <p:extLst>
      <p:ext uri="{BB962C8B-B14F-4D97-AF65-F5344CB8AC3E}">
        <p14:creationId xmlns:p14="http://schemas.microsoft.com/office/powerpoint/2010/main" val="19036533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6D885-8242-B423-51B4-8271F6A1FDDF}"/>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5A93267C-01FD-8CDF-015E-4CA915877EB2}"/>
              </a:ext>
            </a:extLst>
          </p:cNvPr>
          <p:cNvSpPr txBox="1"/>
          <p:nvPr/>
        </p:nvSpPr>
        <p:spPr>
          <a:xfrm>
            <a:off x="1046480" y="264160"/>
            <a:ext cx="10078720" cy="584775"/>
          </a:xfrm>
          <a:prstGeom prst="rect">
            <a:avLst/>
          </a:prstGeom>
          <a:noFill/>
        </p:spPr>
        <p:txBody>
          <a:bodyPr wrap="square" rtlCol="0" anchor="ctr">
            <a:spAutoFit/>
          </a:bodyPr>
          <a:lstStyle/>
          <a:p>
            <a:pPr algn="ctr"/>
            <a:r>
              <a:rPr lang="pt-BR" sz="3200" b="1" dirty="0">
                <a:solidFill>
                  <a:schemeClr val="accent1"/>
                </a:solidFill>
              </a:rPr>
              <a:t>Recomendação Prática</a:t>
            </a:r>
          </a:p>
        </p:txBody>
      </p:sp>
      <p:graphicFrame>
        <p:nvGraphicFramePr>
          <p:cNvPr id="2" name="Objeto 1">
            <a:extLst>
              <a:ext uri="{FF2B5EF4-FFF2-40B4-BE49-F238E27FC236}">
                <a16:creationId xmlns:a16="http://schemas.microsoft.com/office/drawing/2014/main" id="{B47CD2B8-01BF-D672-282F-DC0A586FBA25}"/>
              </a:ext>
            </a:extLst>
          </p:cNvPr>
          <p:cNvGraphicFramePr>
            <a:graphicFrameLocks noChangeAspect="1"/>
          </p:cNvGraphicFramePr>
          <p:nvPr/>
        </p:nvGraphicFramePr>
        <p:xfrm>
          <a:off x="11116056" y="57224"/>
          <a:ext cx="955993" cy="958635"/>
        </p:xfrm>
        <a:graphic>
          <a:graphicData uri="http://schemas.openxmlformats.org/presentationml/2006/ole">
            <mc:AlternateContent xmlns:mc="http://schemas.openxmlformats.org/markup-compatibility/2006">
              <mc:Choice xmlns:v="urn:schemas-microsoft-com:vml" Requires="v">
                <p:oleObj name="Bitmap Image" r:id="rId3" imgW="4595642" imgH="4609001" progId="Paint.Picture">
                  <p:embed/>
                </p:oleObj>
              </mc:Choice>
              <mc:Fallback>
                <p:oleObj name="Bitmap Image" r:id="rId3" imgW="4595642" imgH="4609001" progId="Paint.Picture">
                  <p:embed/>
                  <p:pic>
                    <p:nvPicPr>
                      <p:cNvPr id="2" name="Objeto 1">
                        <a:extLst>
                          <a:ext uri="{FF2B5EF4-FFF2-40B4-BE49-F238E27FC236}">
                            <a16:creationId xmlns:a16="http://schemas.microsoft.com/office/drawing/2014/main" id="{B47CD2B8-01BF-D672-282F-DC0A586FBA25}"/>
                          </a:ext>
                        </a:extLst>
                      </p:cNvPr>
                      <p:cNvPicPr/>
                      <p:nvPr/>
                    </p:nvPicPr>
                    <p:blipFill>
                      <a:blip r:embed="rId4"/>
                      <a:stretch>
                        <a:fillRect/>
                      </a:stretch>
                    </p:blipFill>
                    <p:spPr>
                      <a:xfrm>
                        <a:off x="11116056" y="57224"/>
                        <a:ext cx="955993" cy="958635"/>
                      </a:xfrm>
                      <a:prstGeom prst="rect">
                        <a:avLst/>
                      </a:prstGeom>
                    </p:spPr>
                  </p:pic>
                </p:oleObj>
              </mc:Fallback>
            </mc:AlternateContent>
          </a:graphicData>
        </a:graphic>
      </p:graphicFrame>
      <p:pic>
        <p:nvPicPr>
          <p:cNvPr id="8" name="Imagem 7">
            <a:extLst>
              <a:ext uri="{FF2B5EF4-FFF2-40B4-BE49-F238E27FC236}">
                <a16:creationId xmlns:a16="http://schemas.microsoft.com/office/drawing/2014/main" id="{443DEA64-7BBC-CE03-DAA9-4C9969E8233C}"/>
              </a:ext>
            </a:extLst>
          </p:cNvPr>
          <p:cNvPicPr>
            <a:picLocks noChangeAspect="1"/>
          </p:cNvPicPr>
          <p:nvPr/>
        </p:nvPicPr>
        <p:blipFill>
          <a:blip r:embed="rId5"/>
          <a:stretch>
            <a:fillRect/>
          </a:stretch>
        </p:blipFill>
        <p:spPr>
          <a:xfrm>
            <a:off x="14194" y="6311898"/>
            <a:ext cx="498251" cy="530976"/>
          </a:xfrm>
          <a:prstGeom prst="rect">
            <a:avLst/>
          </a:prstGeom>
        </p:spPr>
      </p:pic>
      <p:graphicFrame>
        <p:nvGraphicFramePr>
          <p:cNvPr id="4" name="Tabela 3">
            <a:extLst>
              <a:ext uri="{FF2B5EF4-FFF2-40B4-BE49-F238E27FC236}">
                <a16:creationId xmlns:a16="http://schemas.microsoft.com/office/drawing/2014/main" id="{B99A89A9-F6EA-8074-8D87-86F44ED0A058}"/>
              </a:ext>
            </a:extLst>
          </p:cNvPr>
          <p:cNvGraphicFramePr>
            <a:graphicFrameLocks noGrp="1"/>
          </p:cNvGraphicFramePr>
          <p:nvPr>
            <p:extLst>
              <p:ext uri="{D42A27DB-BD31-4B8C-83A1-F6EECF244321}">
                <p14:modId xmlns:p14="http://schemas.microsoft.com/office/powerpoint/2010/main" val="754566613"/>
              </p:ext>
            </p:extLst>
          </p:nvPr>
        </p:nvGraphicFramePr>
        <p:xfrm>
          <a:off x="1741424" y="1016540"/>
          <a:ext cx="8691880" cy="2811780"/>
        </p:xfrm>
        <a:graphic>
          <a:graphicData uri="http://schemas.openxmlformats.org/drawingml/2006/table">
            <a:tbl>
              <a:tblPr/>
              <a:tblGrid>
                <a:gridCol w="3434694">
                  <a:extLst>
                    <a:ext uri="{9D8B030D-6E8A-4147-A177-3AD203B41FA5}">
                      <a16:colId xmlns:a16="http://schemas.microsoft.com/office/drawing/2014/main" val="1058173726"/>
                    </a:ext>
                  </a:extLst>
                </a:gridCol>
                <a:gridCol w="5257186">
                  <a:extLst>
                    <a:ext uri="{9D8B030D-6E8A-4147-A177-3AD203B41FA5}">
                      <a16:colId xmlns:a16="http://schemas.microsoft.com/office/drawing/2014/main" val="3127269510"/>
                    </a:ext>
                  </a:extLst>
                </a:gridCol>
              </a:tblGrid>
              <a:tr h="190500">
                <a:tc>
                  <a:txBody>
                    <a:bodyPr/>
                    <a:lstStyle/>
                    <a:p>
                      <a:pPr algn="ctr" fontAlgn="ctr">
                        <a:buNone/>
                      </a:pPr>
                      <a:r>
                        <a:rPr lang="pt-BR" sz="2000" b="1" i="0" u="none" strike="noStrike" dirty="0">
                          <a:solidFill>
                            <a:srgbClr val="FFFFFF"/>
                          </a:solidFill>
                          <a:effectLst/>
                          <a:latin typeface="Aptos" panose="020B0004020202020204" pitchFamily="34" charset="0"/>
                        </a:rPr>
                        <a:t>Objetivo</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15E99"/>
                    </a:solidFill>
                  </a:tcPr>
                </a:tc>
                <a:tc>
                  <a:txBody>
                    <a:bodyPr/>
                    <a:lstStyle/>
                    <a:p>
                      <a:pPr algn="ctr" fontAlgn="ctr">
                        <a:buNone/>
                      </a:pPr>
                      <a:r>
                        <a:rPr lang="pt-BR" sz="2000" b="1" i="0" u="none" strike="noStrike" dirty="0">
                          <a:solidFill>
                            <a:srgbClr val="FFFFFF"/>
                          </a:solidFill>
                          <a:effectLst/>
                          <a:latin typeface="Aptos" panose="020B0004020202020204" pitchFamily="34" charset="0"/>
                        </a:rPr>
                        <a:t>Arquitetura Recomendada</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15E99"/>
                    </a:solidFill>
                  </a:tcPr>
                </a:tc>
                <a:extLst>
                  <a:ext uri="{0D108BD9-81ED-4DB2-BD59-A6C34878D82A}">
                    <a16:rowId xmlns:a16="http://schemas.microsoft.com/office/drawing/2014/main" val="38008890"/>
                  </a:ext>
                </a:extLst>
              </a:tr>
              <a:tr h="190500">
                <a:tc>
                  <a:txBody>
                    <a:bodyPr/>
                    <a:lstStyle/>
                    <a:p>
                      <a:pPr algn="ctr" fontAlgn="ctr">
                        <a:buNone/>
                      </a:pPr>
                      <a:r>
                        <a:rPr lang="pt-BR" sz="2000" b="1" i="0" u="none" strike="noStrike" dirty="0">
                          <a:solidFill>
                            <a:srgbClr val="156082"/>
                          </a:solidFill>
                          <a:effectLst/>
                          <a:latin typeface="Aptos" panose="020B0004020202020204" pitchFamily="34" charset="0"/>
                        </a:rPr>
                        <a:t>MVP</a:t>
                      </a:r>
                      <a:r>
                        <a:rPr lang="pt-BR" sz="2000" b="0" i="0" u="none" strike="noStrike" dirty="0">
                          <a:solidFill>
                            <a:srgbClr val="156082"/>
                          </a:solidFill>
                          <a:effectLst/>
                          <a:latin typeface="Aptos" panose="020B0004020202020204" pitchFamily="34" charset="0"/>
                        </a:rPr>
                        <a:t> rápido e barato</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2000" b="0" i="0" u="none" strike="noStrike" dirty="0" err="1">
                          <a:solidFill>
                            <a:srgbClr val="156082"/>
                          </a:solidFill>
                          <a:effectLst/>
                          <a:latin typeface="Aptos" panose="020B0004020202020204" pitchFamily="34" charset="0"/>
                        </a:rPr>
                        <a:t>Layered</a:t>
                      </a:r>
                      <a:r>
                        <a:rPr lang="pt-BR" sz="2000" b="0" i="0" u="none" strike="noStrike" dirty="0">
                          <a:solidFill>
                            <a:srgbClr val="156082"/>
                          </a:solidFill>
                          <a:effectLst/>
                          <a:latin typeface="Aptos" panose="020B0004020202020204" pitchFamily="34" charset="0"/>
                        </a:rPr>
                        <a:t> + </a:t>
                      </a:r>
                      <a:r>
                        <a:rPr lang="pt-BR" sz="2000" b="0" i="0" u="none" strike="noStrike" dirty="0" err="1">
                          <a:solidFill>
                            <a:srgbClr val="156082"/>
                          </a:solidFill>
                          <a:effectLst/>
                          <a:latin typeface="Aptos" panose="020B0004020202020204" pitchFamily="34" charset="0"/>
                        </a:rPr>
                        <a:t>Serverless</a:t>
                      </a:r>
                      <a:endParaRPr lang="pt-BR" sz="2000" b="0" i="0" u="none" strike="noStrike" dirty="0">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5721873"/>
                  </a:ext>
                </a:extLst>
              </a:tr>
              <a:tr h="190500">
                <a:tc>
                  <a:txBody>
                    <a:bodyPr/>
                    <a:lstStyle/>
                    <a:p>
                      <a:pPr algn="ctr" fontAlgn="ctr">
                        <a:buNone/>
                      </a:pPr>
                      <a:r>
                        <a:rPr lang="pt-BR" sz="2000" b="0" i="0" u="none" strike="noStrike" dirty="0">
                          <a:solidFill>
                            <a:srgbClr val="156082"/>
                          </a:solidFill>
                          <a:effectLst/>
                          <a:latin typeface="Aptos" panose="020B0004020202020204" pitchFamily="34" charset="0"/>
                        </a:rPr>
                        <a:t>sistema corporativo moderno</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2000" b="0" i="0" u="none" strike="noStrike" dirty="0">
                          <a:solidFill>
                            <a:srgbClr val="156082"/>
                          </a:solidFill>
                          <a:effectLst/>
                          <a:latin typeface="Aptos" panose="020B0004020202020204" pitchFamily="34" charset="0"/>
                        </a:rPr>
                        <a:t>Hexagonal + Microsserviços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extLst>
                  <a:ext uri="{0D108BD9-81ED-4DB2-BD59-A6C34878D82A}">
                    <a16:rowId xmlns:a16="http://schemas.microsoft.com/office/drawing/2014/main" val="4128047849"/>
                  </a:ext>
                </a:extLst>
              </a:tr>
              <a:tr h="190500">
                <a:tc>
                  <a:txBody>
                    <a:bodyPr/>
                    <a:lstStyle/>
                    <a:p>
                      <a:pPr algn="ctr" fontAlgn="ctr">
                        <a:buNone/>
                      </a:pPr>
                      <a:r>
                        <a:rPr lang="pt-BR" sz="2000" b="0" i="0" u="none" strike="noStrike" dirty="0">
                          <a:solidFill>
                            <a:srgbClr val="156082"/>
                          </a:solidFill>
                          <a:effectLst/>
                          <a:latin typeface="Aptos" panose="020B0004020202020204" pitchFamily="34" charset="0"/>
                        </a:rPr>
                        <a:t>plataforma </a:t>
                      </a:r>
                      <a:r>
                        <a:rPr lang="pt-BR" sz="2000" b="1" i="0" u="none" strike="noStrike" dirty="0">
                          <a:solidFill>
                            <a:srgbClr val="156082"/>
                          </a:solidFill>
                          <a:effectLst/>
                          <a:latin typeface="Aptos" panose="020B0004020202020204" pitchFamily="34" charset="0"/>
                        </a:rPr>
                        <a:t>SaaS</a:t>
                      </a:r>
                      <a:r>
                        <a:rPr lang="pt-BR" sz="2000" b="0" i="0" u="none" strike="noStrike" dirty="0">
                          <a:solidFill>
                            <a:srgbClr val="156082"/>
                          </a:solidFill>
                          <a:effectLst/>
                          <a:latin typeface="Aptos" panose="020B0004020202020204" pitchFamily="34" charset="0"/>
                        </a:rPr>
                        <a:t> escalável</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2000" b="0" i="0" u="none" strike="noStrike" dirty="0">
                          <a:solidFill>
                            <a:srgbClr val="156082"/>
                          </a:solidFill>
                          <a:effectLst/>
                          <a:latin typeface="Aptos" panose="020B0004020202020204" pitchFamily="34" charset="0"/>
                        </a:rPr>
                        <a:t>Microsserviços + Event-</a:t>
                      </a:r>
                      <a:r>
                        <a:rPr lang="pt-BR" sz="2000" b="0" i="0" u="none" strike="noStrike" dirty="0" err="1">
                          <a:solidFill>
                            <a:srgbClr val="156082"/>
                          </a:solidFill>
                          <a:effectLst/>
                          <a:latin typeface="Aptos" panose="020B0004020202020204" pitchFamily="34" charset="0"/>
                        </a:rPr>
                        <a:t>Driven</a:t>
                      </a:r>
                      <a:endParaRPr lang="pt-BR" sz="2000" b="0" i="0" u="none" strike="noStrike" dirty="0">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2843006"/>
                  </a:ext>
                </a:extLst>
              </a:tr>
              <a:tr h="190500">
                <a:tc>
                  <a:txBody>
                    <a:bodyPr/>
                    <a:lstStyle/>
                    <a:p>
                      <a:pPr algn="ctr" fontAlgn="ctr">
                        <a:buNone/>
                      </a:pPr>
                      <a:r>
                        <a:rPr lang="pt-BR" sz="2000" b="0" i="0" u="none" strike="noStrike" dirty="0">
                          <a:solidFill>
                            <a:srgbClr val="156082"/>
                          </a:solidFill>
                          <a:effectLst/>
                          <a:latin typeface="Aptos" panose="020B0004020202020204" pitchFamily="34" charset="0"/>
                        </a:rPr>
                        <a:t>ambiente regulado / auditável</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2000" b="0" i="0" u="none" strike="noStrike" dirty="0">
                          <a:solidFill>
                            <a:srgbClr val="156082"/>
                          </a:solidFill>
                          <a:effectLst/>
                          <a:latin typeface="Aptos" panose="020B0004020202020204" pitchFamily="34" charset="0"/>
                        </a:rPr>
                        <a:t>CQRS + Event </a:t>
                      </a:r>
                      <a:r>
                        <a:rPr lang="pt-BR" sz="2000" b="0" i="0" u="none" strike="noStrike" dirty="0" err="1">
                          <a:solidFill>
                            <a:srgbClr val="156082"/>
                          </a:solidFill>
                          <a:effectLst/>
                          <a:latin typeface="Aptos" panose="020B0004020202020204" pitchFamily="34" charset="0"/>
                        </a:rPr>
                        <a:t>Sourcing</a:t>
                      </a:r>
                      <a:endParaRPr lang="pt-BR" sz="2000" b="0" i="0" u="none" strike="noStrike" dirty="0">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extLst>
                  <a:ext uri="{0D108BD9-81ED-4DB2-BD59-A6C34878D82A}">
                    <a16:rowId xmlns:a16="http://schemas.microsoft.com/office/drawing/2014/main" val="2557918392"/>
                  </a:ext>
                </a:extLst>
              </a:tr>
              <a:tr h="190500">
                <a:tc>
                  <a:txBody>
                    <a:bodyPr/>
                    <a:lstStyle/>
                    <a:p>
                      <a:pPr algn="ctr" fontAlgn="ctr">
                        <a:buNone/>
                      </a:pPr>
                      <a:r>
                        <a:rPr lang="pt-BR" sz="2000" b="0" i="0" u="none" strike="noStrike" dirty="0">
                          <a:solidFill>
                            <a:srgbClr val="156082"/>
                          </a:solidFill>
                          <a:effectLst/>
                          <a:latin typeface="Aptos" panose="020B0004020202020204" pitchFamily="34" charset="0"/>
                        </a:rPr>
                        <a:t>modernização de legado</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2000" b="0" i="0" u="none" strike="noStrike" dirty="0">
                          <a:solidFill>
                            <a:srgbClr val="156082"/>
                          </a:solidFill>
                          <a:effectLst/>
                          <a:latin typeface="Aptos" panose="020B0004020202020204" pitchFamily="34" charset="0"/>
                        </a:rPr>
                        <a:t>Sidecar + Microsserviços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8250141"/>
                  </a:ext>
                </a:extLst>
              </a:tr>
              <a:tr h="190500">
                <a:tc>
                  <a:txBody>
                    <a:bodyPr/>
                    <a:lstStyle/>
                    <a:p>
                      <a:pPr algn="ctr" fontAlgn="ctr">
                        <a:buNone/>
                      </a:pPr>
                      <a:r>
                        <a:rPr lang="pt-BR" sz="2000" b="0" i="0" u="none" strike="noStrike" dirty="0" err="1">
                          <a:solidFill>
                            <a:srgbClr val="156082"/>
                          </a:solidFill>
                          <a:effectLst/>
                          <a:latin typeface="Aptos" panose="020B0004020202020204" pitchFamily="34" charset="0"/>
                        </a:rPr>
                        <a:t>Analytics</a:t>
                      </a:r>
                      <a:r>
                        <a:rPr lang="pt-BR" sz="2000" b="0" i="0" u="none" strike="noStrike" dirty="0">
                          <a:solidFill>
                            <a:srgbClr val="156082"/>
                          </a:solidFill>
                          <a:effectLst/>
                          <a:latin typeface="Aptos" panose="020B0004020202020204" pitchFamily="34" charset="0"/>
                        </a:rPr>
                        <a:t> e Dados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2000" b="0" i="0" u="none" strike="noStrike" dirty="0">
                          <a:solidFill>
                            <a:srgbClr val="156082"/>
                          </a:solidFill>
                          <a:effectLst/>
                          <a:latin typeface="Aptos" panose="020B0004020202020204" pitchFamily="34" charset="0"/>
                        </a:rPr>
                        <a:t>CQRS + Pipe-Filter</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extLst>
                  <a:ext uri="{0D108BD9-81ED-4DB2-BD59-A6C34878D82A}">
                    <a16:rowId xmlns:a16="http://schemas.microsoft.com/office/drawing/2014/main" val="3383963339"/>
                  </a:ext>
                </a:extLst>
              </a:tr>
              <a:tr h="190500">
                <a:tc>
                  <a:txBody>
                    <a:bodyPr/>
                    <a:lstStyle/>
                    <a:p>
                      <a:pPr algn="ctr" fontAlgn="ctr">
                        <a:buNone/>
                      </a:pPr>
                      <a:r>
                        <a:rPr lang="pt-BR" sz="2000" b="1" i="0" u="none" strike="noStrike" dirty="0">
                          <a:solidFill>
                            <a:srgbClr val="156082"/>
                          </a:solidFill>
                          <a:effectLst/>
                          <a:latin typeface="Aptos" panose="020B0004020202020204" pitchFamily="34" charset="0"/>
                        </a:rPr>
                        <a:t>IoT</a:t>
                      </a:r>
                      <a:r>
                        <a:rPr lang="pt-BR" sz="2000" b="0" i="0" u="none" strike="noStrike" dirty="0">
                          <a:solidFill>
                            <a:srgbClr val="156082"/>
                          </a:solidFill>
                          <a:effectLst/>
                          <a:latin typeface="Aptos" panose="020B0004020202020204" pitchFamily="34" charset="0"/>
                        </a:rPr>
                        <a:t> em larga escala</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pt-BR" sz="2000" b="0" i="0" u="none" strike="noStrike" dirty="0">
                          <a:solidFill>
                            <a:srgbClr val="156082"/>
                          </a:solidFill>
                          <a:effectLst/>
                          <a:latin typeface="Aptos" panose="020B0004020202020204" pitchFamily="34" charset="0"/>
                        </a:rPr>
                        <a:t>Event-</a:t>
                      </a:r>
                      <a:r>
                        <a:rPr lang="pt-BR" sz="2000" b="0" i="0" u="none" strike="noStrike" dirty="0" err="1">
                          <a:solidFill>
                            <a:srgbClr val="156082"/>
                          </a:solidFill>
                          <a:effectLst/>
                          <a:latin typeface="Aptos" panose="020B0004020202020204" pitchFamily="34" charset="0"/>
                        </a:rPr>
                        <a:t>Driven</a:t>
                      </a:r>
                      <a:r>
                        <a:rPr lang="pt-BR" sz="2000" b="0" i="0" u="none" strike="noStrike" dirty="0">
                          <a:solidFill>
                            <a:srgbClr val="156082"/>
                          </a:solidFill>
                          <a:effectLst/>
                          <a:latin typeface="Aptos" panose="020B0004020202020204" pitchFamily="34" charset="0"/>
                        </a:rPr>
                        <a:t> + Space-</a:t>
                      </a:r>
                      <a:r>
                        <a:rPr lang="pt-BR" sz="2000" b="0" i="0" u="none" strike="noStrike" dirty="0" err="1">
                          <a:solidFill>
                            <a:srgbClr val="156082"/>
                          </a:solidFill>
                          <a:effectLst/>
                          <a:latin typeface="Aptos" panose="020B0004020202020204" pitchFamily="34" charset="0"/>
                        </a:rPr>
                        <a:t>Based</a:t>
                      </a:r>
                      <a:endParaRPr lang="pt-BR" sz="2000" b="0" i="0" u="none" strike="noStrike" dirty="0">
                        <a:solidFill>
                          <a:srgbClr val="156082"/>
                        </a:solidFill>
                        <a:effectLst/>
                        <a:latin typeface="Aptos" panose="020B00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5614676"/>
                  </a:ext>
                </a:extLst>
              </a:tr>
              <a:tr h="312420">
                <a:tc>
                  <a:txBody>
                    <a:bodyPr/>
                    <a:lstStyle/>
                    <a:p>
                      <a:pPr algn="ctr" fontAlgn="ctr">
                        <a:buNone/>
                      </a:pPr>
                      <a:r>
                        <a:rPr lang="pt-BR" sz="2000" b="0" i="0" u="none" strike="noStrike" dirty="0" err="1">
                          <a:solidFill>
                            <a:srgbClr val="156082"/>
                          </a:solidFill>
                          <a:effectLst/>
                          <a:latin typeface="Aptos" panose="020B0004020202020204" pitchFamily="34" charset="0"/>
                        </a:rPr>
                        <a:t>Kubernetes</a:t>
                      </a:r>
                      <a:r>
                        <a:rPr lang="pt-BR" sz="2000" b="0" i="0" u="none" strike="noStrike" dirty="0">
                          <a:solidFill>
                            <a:srgbClr val="156082"/>
                          </a:solidFill>
                          <a:effectLst/>
                          <a:latin typeface="Aptos" panose="020B0004020202020204" pitchFamily="34" charset="0"/>
                        </a:rPr>
                        <a:t> Enterprise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fontAlgn="ctr">
                        <a:buNone/>
                      </a:pPr>
                      <a:r>
                        <a:rPr lang="pt-BR" sz="2000" b="0" i="0" u="none" strike="noStrike" dirty="0">
                          <a:solidFill>
                            <a:srgbClr val="156082"/>
                          </a:solidFill>
                          <a:effectLst/>
                          <a:latin typeface="Aptos" panose="020B0004020202020204" pitchFamily="34" charset="0"/>
                        </a:rPr>
                        <a:t>Microsserviços + Sidecar + Service </a:t>
                      </a:r>
                      <a:r>
                        <a:rPr lang="pt-BR" sz="2000" b="0" i="0" u="none" strike="noStrike" dirty="0" err="1">
                          <a:solidFill>
                            <a:srgbClr val="156082"/>
                          </a:solidFill>
                          <a:effectLst/>
                          <a:latin typeface="Aptos" panose="020B0004020202020204" pitchFamily="34" charset="0"/>
                        </a:rPr>
                        <a:t>Mesh</a:t>
                      </a:r>
                      <a:r>
                        <a:rPr lang="pt-BR" sz="2000" b="0" i="0" u="none" strike="noStrike" dirty="0">
                          <a:solidFill>
                            <a:srgbClr val="156082"/>
                          </a:solidFill>
                          <a:effectLst/>
                          <a:latin typeface="Aptos" panose="020B00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extLst>
                  <a:ext uri="{0D108BD9-81ED-4DB2-BD59-A6C34878D82A}">
                    <a16:rowId xmlns:a16="http://schemas.microsoft.com/office/drawing/2014/main" val="2222371787"/>
                  </a:ext>
                </a:extLst>
              </a:tr>
            </a:tbl>
          </a:graphicData>
        </a:graphic>
      </p:graphicFrame>
      <p:sp>
        <p:nvSpPr>
          <p:cNvPr id="9" name="CaixaDeTexto 8">
            <a:extLst>
              <a:ext uri="{FF2B5EF4-FFF2-40B4-BE49-F238E27FC236}">
                <a16:creationId xmlns:a16="http://schemas.microsoft.com/office/drawing/2014/main" id="{38CA358A-8E68-BB05-89BC-AFC8CBC369DC}"/>
              </a:ext>
            </a:extLst>
          </p:cNvPr>
          <p:cNvSpPr txBox="1"/>
          <p:nvPr/>
        </p:nvSpPr>
        <p:spPr>
          <a:xfrm>
            <a:off x="650240" y="4161596"/>
            <a:ext cx="10871200" cy="1569660"/>
          </a:xfrm>
          <a:prstGeom prst="rect">
            <a:avLst/>
          </a:prstGeom>
          <a:noFill/>
        </p:spPr>
        <p:txBody>
          <a:bodyPr wrap="square" rtlCol="0">
            <a:spAutoFit/>
          </a:bodyPr>
          <a:lstStyle/>
          <a:p>
            <a:pPr indent="357188"/>
            <a:r>
              <a:rPr lang="pt-BR" sz="2400" dirty="0">
                <a:solidFill>
                  <a:schemeClr val="accent1"/>
                </a:solidFill>
              </a:rPr>
              <a:t>Para ambientes corporativos em </a:t>
            </a:r>
            <a:r>
              <a:rPr lang="pt-BR" sz="2400" b="1" dirty="0">
                <a:solidFill>
                  <a:schemeClr val="accent1"/>
                </a:solidFill>
              </a:rPr>
              <a:t>Cloud Pública</a:t>
            </a:r>
            <a:r>
              <a:rPr lang="pt-BR" sz="2400" dirty="0">
                <a:solidFill>
                  <a:schemeClr val="accent1"/>
                </a:solidFill>
              </a:rPr>
              <a:t>, a combinação mais adotada atualmente é: </a:t>
            </a:r>
            <a:r>
              <a:rPr lang="pt-BR" sz="2400" b="1" dirty="0">
                <a:solidFill>
                  <a:schemeClr val="accent1"/>
                </a:solidFill>
              </a:rPr>
              <a:t>Microsserviços</a:t>
            </a:r>
            <a:r>
              <a:rPr lang="pt-BR" sz="2400" dirty="0">
                <a:solidFill>
                  <a:schemeClr val="accent1"/>
                </a:solidFill>
              </a:rPr>
              <a:t> + </a:t>
            </a:r>
            <a:r>
              <a:rPr lang="pt-BR" sz="2400" b="1" dirty="0">
                <a:solidFill>
                  <a:schemeClr val="accent1"/>
                </a:solidFill>
              </a:rPr>
              <a:t>Event-</a:t>
            </a:r>
            <a:r>
              <a:rPr lang="pt-BR" sz="2400" b="1" dirty="0" err="1">
                <a:solidFill>
                  <a:schemeClr val="accent1"/>
                </a:solidFill>
              </a:rPr>
              <a:t>Driven</a:t>
            </a:r>
            <a:r>
              <a:rPr lang="pt-BR" sz="2400" dirty="0">
                <a:solidFill>
                  <a:schemeClr val="accent1"/>
                </a:solidFill>
              </a:rPr>
              <a:t> + </a:t>
            </a:r>
            <a:r>
              <a:rPr lang="pt-BR" sz="2400" b="1" dirty="0" err="1">
                <a:solidFill>
                  <a:schemeClr val="accent1"/>
                </a:solidFill>
              </a:rPr>
              <a:t>Kubernetes</a:t>
            </a:r>
            <a:r>
              <a:rPr lang="pt-BR" sz="2400" dirty="0">
                <a:solidFill>
                  <a:schemeClr val="accent1"/>
                </a:solidFill>
              </a:rPr>
              <a:t>  + </a:t>
            </a:r>
            <a:r>
              <a:rPr lang="pt-BR" sz="2400" b="1" dirty="0">
                <a:solidFill>
                  <a:schemeClr val="accent1"/>
                </a:solidFill>
              </a:rPr>
              <a:t>Sidecar / Service </a:t>
            </a:r>
            <a:r>
              <a:rPr lang="pt-BR" sz="2400" b="1" dirty="0" err="1">
                <a:solidFill>
                  <a:schemeClr val="accent1"/>
                </a:solidFill>
              </a:rPr>
              <a:t>Mesh</a:t>
            </a:r>
            <a:r>
              <a:rPr lang="pt-BR" sz="2400" dirty="0">
                <a:solidFill>
                  <a:schemeClr val="accent1"/>
                </a:solidFill>
              </a:rPr>
              <a:t> + </a:t>
            </a:r>
            <a:r>
              <a:rPr lang="pt-BR" sz="2400" b="1" dirty="0" err="1">
                <a:solidFill>
                  <a:schemeClr val="accent1"/>
                </a:solidFill>
              </a:rPr>
              <a:t>Observabilidade</a:t>
            </a:r>
            <a:endParaRPr lang="pt-BR" sz="2400" b="1" dirty="0">
              <a:solidFill>
                <a:schemeClr val="accent1"/>
              </a:solidFill>
            </a:endParaRPr>
          </a:p>
          <a:p>
            <a:pPr indent="357188"/>
            <a:r>
              <a:rPr lang="pt-BR" sz="2400" dirty="0">
                <a:solidFill>
                  <a:schemeClr val="accent1"/>
                </a:solidFill>
              </a:rPr>
              <a:t>Combinação permite equilibrar </a:t>
            </a:r>
            <a:r>
              <a:rPr lang="pt-BR" sz="2400" b="1" dirty="0">
                <a:solidFill>
                  <a:schemeClr val="accent1"/>
                </a:solidFill>
              </a:rPr>
              <a:t>Escalabilidade</a:t>
            </a:r>
            <a:r>
              <a:rPr lang="pt-BR" sz="2400" dirty="0">
                <a:solidFill>
                  <a:schemeClr val="accent1"/>
                </a:solidFill>
              </a:rPr>
              <a:t>, </a:t>
            </a:r>
            <a:r>
              <a:rPr lang="pt-BR" sz="2400" b="1" dirty="0">
                <a:solidFill>
                  <a:schemeClr val="accent1"/>
                </a:solidFill>
              </a:rPr>
              <a:t>Resiliência</a:t>
            </a:r>
            <a:r>
              <a:rPr lang="pt-BR" sz="2400" dirty="0">
                <a:solidFill>
                  <a:schemeClr val="accent1"/>
                </a:solidFill>
              </a:rPr>
              <a:t> e </a:t>
            </a:r>
            <a:r>
              <a:rPr lang="pt-BR" sz="2400" b="1" dirty="0">
                <a:solidFill>
                  <a:schemeClr val="accent1"/>
                </a:solidFill>
              </a:rPr>
              <a:t>Governança</a:t>
            </a:r>
          </a:p>
        </p:txBody>
      </p:sp>
    </p:spTree>
    <p:extLst>
      <p:ext uri="{BB962C8B-B14F-4D97-AF65-F5344CB8AC3E}">
        <p14:creationId xmlns:p14="http://schemas.microsoft.com/office/powerpoint/2010/main" val="4084493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DF3DE-C706-ADD8-0297-2698AE687157}"/>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F2FF926D-282F-F490-73C6-0E95E94FB4D3}"/>
              </a:ext>
            </a:extLst>
          </p:cNvPr>
          <p:cNvSpPr txBox="1"/>
          <p:nvPr/>
        </p:nvSpPr>
        <p:spPr>
          <a:xfrm>
            <a:off x="345440" y="294938"/>
            <a:ext cx="11506200" cy="523220"/>
          </a:xfrm>
          <a:prstGeom prst="rect">
            <a:avLst/>
          </a:prstGeom>
          <a:noFill/>
        </p:spPr>
        <p:txBody>
          <a:bodyPr wrap="square" rtlCol="0" anchor="ctr">
            <a:spAutoFit/>
          </a:bodyPr>
          <a:lstStyle/>
          <a:p>
            <a:r>
              <a:rPr lang="pt-BR" sz="2800" b="1" dirty="0">
                <a:solidFill>
                  <a:schemeClr val="accent1"/>
                </a:solidFill>
              </a:rPr>
              <a:t>Criando Software de Qualidade, Robusto e de Fácil Manutenção</a:t>
            </a:r>
          </a:p>
        </p:txBody>
      </p:sp>
      <p:sp>
        <p:nvSpPr>
          <p:cNvPr id="7" name="CaixaDeTexto 6">
            <a:extLst>
              <a:ext uri="{FF2B5EF4-FFF2-40B4-BE49-F238E27FC236}">
                <a16:creationId xmlns:a16="http://schemas.microsoft.com/office/drawing/2014/main" id="{13B5ED17-FADC-CCA6-3263-43ED8E4E7E1F}"/>
              </a:ext>
            </a:extLst>
          </p:cNvPr>
          <p:cNvSpPr txBox="1"/>
          <p:nvPr/>
        </p:nvSpPr>
        <p:spPr>
          <a:xfrm>
            <a:off x="340360" y="995680"/>
            <a:ext cx="11506199" cy="4339650"/>
          </a:xfrm>
          <a:prstGeom prst="rect">
            <a:avLst/>
          </a:prstGeom>
          <a:noFill/>
        </p:spPr>
        <p:txBody>
          <a:bodyPr wrap="square" rtlCol="0">
            <a:spAutoFit/>
          </a:bodyPr>
          <a:lstStyle/>
          <a:p>
            <a:pPr indent="355600">
              <a:buClr>
                <a:schemeClr val="accent1"/>
              </a:buClr>
            </a:pPr>
            <a:r>
              <a:rPr lang="pt-BR" sz="2400" dirty="0">
                <a:solidFill>
                  <a:schemeClr val="accent1"/>
                </a:solidFill>
              </a:rPr>
              <a:t>O sucesso da solução de desenvolvimento de software não é definido pela rapidez do lançamento / entrega da solução. Em vez disso, depende de quão inteligentemente você projeta </a:t>
            </a:r>
            <a:r>
              <a:rPr lang="pt-BR" sz="2400" b="1" dirty="0">
                <a:solidFill>
                  <a:schemeClr val="accent1"/>
                </a:solidFill>
              </a:rPr>
              <a:t>escalabilidade</a:t>
            </a:r>
            <a:r>
              <a:rPr lang="pt-BR" sz="2400" dirty="0">
                <a:solidFill>
                  <a:schemeClr val="accent1"/>
                </a:solidFill>
              </a:rPr>
              <a:t>, </a:t>
            </a:r>
            <a:r>
              <a:rPr lang="pt-BR" sz="2400" b="1" dirty="0">
                <a:solidFill>
                  <a:schemeClr val="accent1"/>
                </a:solidFill>
              </a:rPr>
              <a:t>segurança</a:t>
            </a:r>
            <a:r>
              <a:rPr lang="pt-BR" sz="2400" dirty="0">
                <a:solidFill>
                  <a:schemeClr val="accent1"/>
                </a:solidFill>
              </a:rPr>
              <a:t> e </a:t>
            </a:r>
            <a:r>
              <a:rPr lang="pt-BR" sz="2400" b="1" dirty="0">
                <a:solidFill>
                  <a:schemeClr val="accent1"/>
                </a:solidFill>
              </a:rPr>
              <a:t>manutenibilidade</a:t>
            </a:r>
            <a:r>
              <a:rPr lang="pt-BR" sz="2400" dirty="0">
                <a:solidFill>
                  <a:schemeClr val="accent1"/>
                </a:solidFill>
              </a:rPr>
              <a:t>.</a:t>
            </a:r>
          </a:p>
          <a:p>
            <a:pPr indent="355600">
              <a:buClr>
                <a:schemeClr val="accent1"/>
              </a:buClr>
            </a:pPr>
            <a:r>
              <a:rPr lang="pt-BR" sz="2400" b="1" dirty="0">
                <a:solidFill>
                  <a:schemeClr val="accent1"/>
                </a:solidFill>
              </a:rPr>
              <a:t>Padrões de Projeto de Software</a:t>
            </a:r>
            <a:r>
              <a:rPr lang="pt-BR" sz="2400" dirty="0">
                <a:solidFill>
                  <a:schemeClr val="accent1"/>
                </a:solidFill>
              </a:rPr>
              <a:t> oferecem soluções reutilizáveis ​​e consagradas pelo tempo para desafios recorrentes, ajudando as equipes a construir sistemas que não sejam apenas funcionais, mas flexíveis, de fácil manutenção e escaláveis.</a:t>
            </a:r>
          </a:p>
          <a:p>
            <a:pPr>
              <a:buClr>
                <a:schemeClr val="accent1"/>
              </a:buClr>
            </a:pPr>
            <a:r>
              <a:rPr lang="pt-BR" sz="800" dirty="0">
                <a:solidFill>
                  <a:schemeClr val="accent1"/>
                </a:solidFill>
              </a:rPr>
              <a:t>s</a:t>
            </a:r>
          </a:p>
          <a:p>
            <a:pPr indent="355600">
              <a:buClr>
                <a:schemeClr val="accent1"/>
              </a:buClr>
            </a:pPr>
            <a:r>
              <a:rPr lang="pt-BR" sz="2400" dirty="0">
                <a:solidFill>
                  <a:schemeClr val="accent1"/>
                </a:solidFill>
              </a:rPr>
              <a:t>Principais pontos em relação aos padrões:</a:t>
            </a:r>
          </a:p>
          <a:p>
            <a:pPr marL="809625" indent="-361950">
              <a:buClr>
                <a:schemeClr val="accent1"/>
              </a:buClr>
              <a:buFont typeface="Wingdings" panose="05000000000000000000" pitchFamily="2" charset="2"/>
              <a:buChar char="§"/>
            </a:pPr>
            <a:r>
              <a:rPr lang="pt-BR" sz="2000" dirty="0">
                <a:solidFill>
                  <a:schemeClr val="accent1"/>
                </a:solidFill>
              </a:rPr>
              <a:t>os mais conhecidos incluem os de </a:t>
            </a:r>
            <a:r>
              <a:rPr lang="pt-BR" sz="2000" b="1" dirty="0">
                <a:solidFill>
                  <a:schemeClr val="accent1"/>
                </a:solidFill>
              </a:rPr>
              <a:t>criação</a:t>
            </a:r>
            <a:r>
              <a:rPr lang="pt-BR" sz="2000" dirty="0">
                <a:solidFill>
                  <a:schemeClr val="accent1"/>
                </a:solidFill>
              </a:rPr>
              <a:t>, </a:t>
            </a:r>
            <a:r>
              <a:rPr lang="pt-BR" sz="2000" b="1" dirty="0">
                <a:solidFill>
                  <a:schemeClr val="accent1"/>
                </a:solidFill>
              </a:rPr>
              <a:t>estruturais</a:t>
            </a:r>
            <a:r>
              <a:rPr lang="pt-BR" sz="2000" dirty="0">
                <a:solidFill>
                  <a:schemeClr val="accent1"/>
                </a:solidFill>
              </a:rPr>
              <a:t> e </a:t>
            </a:r>
            <a:r>
              <a:rPr lang="pt-BR" sz="2000" b="1" dirty="0">
                <a:solidFill>
                  <a:schemeClr val="accent1"/>
                </a:solidFill>
              </a:rPr>
              <a:t>comportamentais</a:t>
            </a:r>
          </a:p>
          <a:p>
            <a:pPr marL="809625" indent="-361950">
              <a:buClr>
                <a:schemeClr val="accent1"/>
              </a:buClr>
              <a:buFont typeface="Wingdings" panose="05000000000000000000" pitchFamily="2" charset="2"/>
              <a:buChar char="§"/>
            </a:pPr>
            <a:r>
              <a:rPr lang="pt-BR" sz="2000" dirty="0">
                <a:solidFill>
                  <a:schemeClr val="accent1"/>
                </a:solidFill>
              </a:rPr>
              <a:t>os de </a:t>
            </a:r>
            <a:r>
              <a:rPr lang="pt-BR" sz="2000" b="1" dirty="0">
                <a:solidFill>
                  <a:schemeClr val="accent1"/>
                </a:solidFill>
              </a:rPr>
              <a:t>criação</a:t>
            </a:r>
            <a:r>
              <a:rPr lang="pt-BR" sz="2000" dirty="0">
                <a:solidFill>
                  <a:schemeClr val="accent1"/>
                </a:solidFill>
              </a:rPr>
              <a:t> simplificam a criação de objetos e promovem a consistência</a:t>
            </a:r>
          </a:p>
          <a:p>
            <a:pPr marL="809625" indent="-361950">
              <a:buClr>
                <a:schemeClr val="accent1"/>
              </a:buClr>
              <a:buFont typeface="Wingdings" panose="05000000000000000000" pitchFamily="2" charset="2"/>
              <a:buChar char="§"/>
            </a:pPr>
            <a:r>
              <a:rPr lang="pt-BR" sz="2000" dirty="0">
                <a:solidFill>
                  <a:schemeClr val="accent1"/>
                </a:solidFill>
              </a:rPr>
              <a:t>os </a:t>
            </a:r>
            <a:r>
              <a:rPr lang="pt-BR" sz="2000" b="1" dirty="0">
                <a:solidFill>
                  <a:schemeClr val="accent1"/>
                </a:solidFill>
              </a:rPr>
              <a:t>estruturais</a:t>
            </a:r>
            <a:r>
              <a:rPr lang="pt-BR" sz="2000" dirty="0">
                <a:solidFill>
                  <a:schemeClr val="accent1"/>
                </a:solidFill>
              </a:rPr>
              <a:t> aumentam a modularidade e agilizam a integração de sistemas</a:t>
            </a:r>
          </a:p>
          <a:p>
            <a:pPr marL="809625" indent="-361950">
              <a:buClr>
                <a:schemeClr val="accent1"/>
              </a:buClr>
              <a:buFont typeface="Wingdings" panose="05000000000000000000" pitchFamily="2" charset="2"/>
              <a:buChar char="§"/>
            </a:pPr>
            <a:r>
              <a:rPr lang="pt-BR" sz="2000" dirty="0">
                <a:solidFill>
                  <a:schemeClr val="accent1"/>
                </a:solidFill>
              </a:rPr>
              <a:t>os </a:t>
            </a:r>
            <a:r>
              <a:rPr lang="pt-BR" sz="2000" b="1" dirty="0">
                <a:solidFill>
                  <a:schemeClr val="accent1"/>
                </a:solidFill>
              </a:rPr>
              <a:t>comportamentais</a:t>
            </a:r>
            <a:r>
              <a:rPr lang="pt-BR" sz="2000" dirty="0">
                <a:solidFill>
                  <a:schemeClr val="accent1"/>
                </a:solidFill>
              </a:rPr>
              <a:t> melhoram a comunicação, o fluxo de controle e a adaptabilidade</a:t>
            </a:r>
          </a:p>
          <a:p>
            <a:pPr marL="809625" indent="-361950">
              <a:buClr>
                <a:schemeClr val="accent1"/>
              </a:buClr>
              <a:buFont typeface="Wingdings" panose="05000000000000000000" pitchFamily="2" charset="2"/>
              <a:buChar char="§"/>
            </a:pPr>
            <a:r>
              <a:rPr lang="pt-BR" sz="2000" dirty="0">
                <a:solidFill>
                  <a:schemeClr val="accent1"/>
                </a:solidFill>
              </a:rPr>
              <a:t>sua aplicação estratégica ajuda a desenvolver softwares mais limpos e preparados para o futuro</a:t>
            </a:r>
          </a:p>
        </p:txBody>
      </p:sp>
      <p:pic>
        <p:nvPicPr>
          <p:cNvPr id="5" name="Imagem 4">
            <a:extLst>
              <a:ext uri="{FF2B5EF4-FFF2-40B4-BE49-F238E27FC236}">
                <a16:creationId xmlns:a16="http://schemas.microsoft.com/office/drawing/2014/main" id="{31667234-FF84-998C-8F77-5D0013AC8C76}"/>
              </a:ext>
            </a:extLst>
          </p:cNvPr>
          <p:cNvPicPr>
            <a:picLocks noChangeAspect="1"/>
          </p:cNvPicPr>
          <p:nvPr/>
        </p:nvPicPr>
        <p:blipFill>
          <a:blip r:embed="rId3"/>
          <a:stretch>
            <a:fillRect/>
          </a:stretch>
        </p:blipFill>
        <p:spPr>
          <a:xfrm>
            <a:off x="14194" y="6311898"/>
            <a:ext cx="498251" cy="530976"/>
          </a:xfrm>
          <a:prstGeom prst="rect">
            <a:avLst/>
          </a:prstGeom>
        </p:spPr>
      </p:pic>
      <p:pic>
        <p:nvPicPr>
          <p:cNvPr id="8" name="Imagem 7">
            <a:extLst>
              <a:ext uri="{FF2B5EF4-FFF2-40B4-BE49-F238E27FC236}">
                <a16:creationId xmlns:a16="http://schemas.microsoft.com/office/drawing/2014/main" id="{C46CDEC0-9770-CE6B-AC20-7949DB6262A0}"/>
              </a:ext>
            </a:extLst>
          </p:cNvPr>
          <p:cNvPicPr>
            <a:picLocks noChangeAspect="1"/>
          </p:cNvPicPr>
          <p:nvPr/>
        </p:nvPicPr>
        <p:blipFill>
          <a:blip r:embed="rId4"/>
          <a:stretch>
            <a:fillRect/>
          </a:stretch>
        </p:blipFill>
        <p:spPr>
          <a:xfrm>
            <a:off x="11135360" y="148187"/>
            <a:ext cx="948282" cy="790235"/>
          </a:xfrm>
          <a:prstGeom prst="rect">
            <a:avLst/>
          </a:prstGeom>
        </p:spPr>
      </p:pic>
    </p:spTree>
    <p:extLst>
      <p:ext uri="{BB962C8B-B14F-4D97-AF65-F5344CB8AC3E}">
        <p14:creationId xmlns:p14="http://schemas.microsoft.com/office/powerpoint/2010/main" val="28837580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469820C0-EAF0-7F2C-9080-58151B245F15}"/>
              </a:ext>
            </a:extLst>
          </p:cNvPr>
          <p:cNvPicPr>
            <a:picLocks noChangeAspect="1"/>
          </p:cNvPicPr>
          <p:nvPr/>
        </p:nvPicPr>
        <p:blipFill>
          <a:blip r:embed="rId3"/>
          <a:stretch>
            <a:fillRect/>
          </a:stretch>
        </p:blipFill>
        <p:spPr>
          <a:xfrm>
            <a:off x="9703" y="0"/>
            <a:ext cx="5060593" cy="6858000"/>
          </a:xfrm>
          <a:prstGeom prst="rect">
            <a:avLst/>
          </a:prstGeom>
        </p:spPr>
      </p:pic>
      <p:sp>
        <p:nvSpPr>
          <p:cNvPr id="7" name="CaixaDeTexto 6">
            <a:extLst>
              <a:ext uri="{FF2B5EF4-FFF2-40B4-BE49-F238E27FC236}">
                <a16:creationId xmlns:a16="http://schemas.microsoft.com/office/drawing/2014/main" id="{218EE11F-362A-94F9-DF2E-AF816AFC39AD}"/>
              </a:ext>
            </a:extLst>
          </p:cNvPr>
          <p:cNvSpPr txBox="1"/>
          <p:nvPr/>
        </p:nvSpPr>
        <p:spPr>
          <a:xfrm>
            <a:off x="4865185" y="5995229"/>
            <a:ext cx="5533053" cy="307777"/>
          </a:xfrm>
          <a:prstGeom prst="rect">
            <a:avLst/>
          </a:prstGeom>
          <a:noFill/>
        </p:spPr>
        <p:txBody>
          <a:bodyPr wrap="none" rtlCol="0">
            <a:spAutoFit/>
          </a:bodyPr>
          <a:lstStyle/>
          <a:p>
            <a:r>
              <a:rPr lang="pt-BR" sz="1400" dirty="0">
                <a:hlinkClick r:id="rId4"/>
              </a:rPr>
              <a:t>https://bytebytego.com/guides/top-5-software-architectural-patterns</a:t>
            </a:r>
            <a:endParaRPr lang="pt-BR" sz="1400" dirty="0"/>
          </a:p>
        </p:txBody>
      </p:sp>
      <p:sp>
        <p:nvSpPr>
          <p:cNvPr id="2" name="CaixaDeTexto 1">
            <a:extLst>
              <a:ext uri="{FF2B5EF4-FFF2-40B4-BE49-F238E27FC236}">
                <a16:creationId xmlns:a16="http://schemas.microsoft.com/office/drawing/2014/main" id="{14F5AA3E-471B-8B2A-2098-223712793719}"/>
              </a:ext>
            </a:extLst>
          </p:cNvPr>
          <p:cNvSpPr txBox="1"/>
          <p:nvPr/>
        </p:nvSpPr>
        <p:spPr>
          <a:xfrm>
            <a:off x="5070296" y="1280160"/>
            <a:ext cx="7009944" cy="4647426"/>
          </a:xfrm>
          <a:prstGeom prst="rect">
            <a:avLst/>
          </a:prstGeom>
          <a:noFill/>
        </p:spPr>
        <p:txBody>
          <a:bodyPr wrap="square" rtlCol="0">
            <a:spAutoFit/>
          </a:bodyPr>
          <a:lstStyle/>
          <a:p>
            <a:pPr marL="285750" indent="-285750">
              <a:buFont typeface="Wingdings" panose="05000000000000000000" pitchFamily="2" charset="2"/>
              <a:buChar char="§"/>
            </a:pPr>
            <a:r>
              <a:rPr lang="en-US" b="1" dirty="0">
                <a:solidFill>
                  <a:schemeClr val="tx2">
                    <a:lumMod val="75000"/>
                    <a:lumOff val="25000"/>
                  </a:schemeClr>
                </a:solidFill>
              </a:rPr>
              <a:t>3 Software Design Patterns To Create High-Quality, Robust, and Maintainable Software</a:t>
            </a:r>
          </a:p>
          <a:p>
            <a:pPr marL="742950" lvl="1" indent="-285750">
              <a:buFont typeface="Wingdings" panose="05000000000000000000" pitchFamily="2" charset="2"/>
              <a:buChar char="§"/>
            </a:pPr>
            <a:r>
              <a:rPr lang="en-US" dirty="0">
                <a:solidFill>
                  <a:schemeClr val="tx2">
                    <a:lumMod val="75000"/>
                    <a:lumOff val="25000"/>
                  </a:schemeClr>
                </a:solidFill>
              </a:rPr>
              <a:t>by </a:t>
            </a:r>
            <a:r>
              <a:rPr lang="en-US" b="1" dirty="0">
                <a:solidFill>
                  <a:schemeClr val="tx2">
                    <a:lumMod val="75000"/>
                    <a:lumOff val="25000"/>
                  </a:schemeClr>
                </a:solidFill>
              </a:rPr>
              <a:t>Vijay Sadhu</a:t>
            </a:r>
            <a:r>
              <a:rPr lang="en-US" dirty="0">
                <a:solidFill>
                  <a:schemeClr val="tx2">
                    <a:lumMod val="75000"/>
                    <a:lumOff val="25000"/>
                  </a:schemeClr>
                </a:solidFill>
              </a:rPr>
              <a:t> </a:t>
            </a:r>
            <a:r>
              <a:rPr lang="en-US" dirty="0" err="1">
                <a:solidFill>
                  <a:schemeClr val="tx2">
                    <a:lumMod val="75000"/>
                    <a:lumOff val="25000"/>
                  </a:schemeClr>
                </a:solidFill>
              </a:rPr>
              <a:t>em</a:t>
            </a:r>
            <a:r>
              <a:rPr lang="en-US" dirty="0">
                <a:solidFill>
                  <a:schemeClr val="tx2">
                    <a:lumMod val="75000"/>
                    <a:lumOff val="25000"/>
                  </a:schemeClr>
                </a:solidFill>
              </a:rPr>
              <a:t> </a:t>
            </a:r>
            <a:r>
              <a:rPr lang="en-US" b="1" dirty="0">
                <a:solidFill>
                  <a:schemeClr val="tx2">
                    <a:lumMod val="75000"/>
                    <a:lumOff val="25000"/>
                  </a:schemeClr>
                </a:solidFill>
              </a:rPr>
              <a:t>04/Dez/25</a:t>
            </a:r>
          </a:p>
          <a:p>
            <a:pPr marL="742950" lvl="1" indent="-285750">
              <a:buFont typeface="Wingdings" panose="05000000000000000000" pitchFamily="2" charset="2"/>
              <a:buChar char="§"/>
            </a:pPr>
            <a:r>
              <a:rPr lang="en-US" dirty="0" err="1">
                <a:solidFill>
                  <a:schemeClr val="tx2">
                    <a:lumMod val="75000"/>
                    <a:lumOff val="25000"/>
                  </a:schemeClr>
                </a:solidFill>
              </a:rPr>
              <a:t>autor</a:t>
            </a:r>
            <a:r>
              <a:rPr lang="en-US" dirty="0">
                <a:solidFill>
                  <a:schemeClr val="tx2">
                    <a:lumMod val="75000"/>
                    <a:lumOff val="25000"/>
                  </a:schemeClr>
                </a:solidFill>
              </a:rPr>
              <a:t>:</a:t>
            </a:r>
            <a:r>
              <a:rPr lang="en-US" b="1" dirty="0">
                <a:solidFill>
                  <a:schemeClr val="tx2">
                    <a:lumMod val="75000"/>
                    <a:lumOff val="25000"/>
                  </a:schemeClr>
                </a:solidFill>
              </a:rPr>
              <a:t>  </a:t>
            </a:r>
            <a:r>
              <a:rPr lang="en-US" sz="1300" dirty="0">
                <a:solidFill>
                  <a:schemeClr val="tx2">
                    <a:lumMod val="75000"/>
                    <a:lumOff val="25000"/>
                  </a:schemeClr>
                </a:solidFill>
                <a:hlinkClick r:id="rId5"/>
              </a:rPr>
              <a:t>https://www.mindinventory.com/blog/author/vijay-sadhu</a:t>
            </a:r>
            <a:endParaRPr lang="en-US" sz="1300" dirty="0">
              <a:solidFill>
                <a:schemeClr val="tx2">
                  <a:lumMod val="75000"/>
                  <a:lumOff val="25000"/>
                </a:schemeClr>
              </a:solidFill>
            </a:endParaRPr>
          </a:p>
          <a:p>
            <a:pPr marL="742950" lvl="1" indent="-285750">
              <a:buFont typeface="Wingdings" panose="05000000000000000000" pitchFamily="2" charset="2"/>
              <a:buChar char="§"/>
            </a:pPr>
            <a:r>
              <a:rPr lang="en-US" dirty="0">
                <a:solidFill>
                  <a:schemeClr val="tx2">
                    <a:lumMod val="75000"/>
                    <a:lumOff val="25000"/>
                  </a:schemeClr>
                </a:solidFill>
              </a:rPr>
              <a:t>link: </a:t>
            </a:r>
            <a:r>
              <a:rPr lang="en-US" sz="1300" dirty="0">
                <a:solidFill>
                  <a:schemeClr val="tx2">
                    <a:lumMod val="75000"/>
                    <a:lumOff val="25000"/>
                  </a:schemeClr>
                </a:solidFill>
                <a:hlinkClick r:id="rId6"/>
              </a:rPr>
              <a:t>https://www.mindinventory.com/blog/software-design-patterns</a:t>
            </a:r>
            <a:endParaRPr lang="en-US" sz="1300" dirty="0">
              <a:solidFill>
                <a:schemeClr val="tx2">
                  <a:lumMod val="75000"/>
                  <a:lumOff val="25000"/>
                </a:schemeClr>
              </a:solidFill>
            </a:endParaRPr>
          </a:p>
          <a:p>
            <a:endParaRPr lang="en-US" sz="800" dirty="0">
              <a:solidFill>
                <a:schemeClr val="tx2">
                  <a:lumMod val="75000"/>
                  <a:lumOff val="25000"/>
                </a:schemeClr>
              </a:solidFill>
            </a:endParaRPr>
          </a:p>
          <a:p>
            <a:pPr marL="285750" indent="-285750">
              <a:buFont typeface="Wingdings" panose="05000000000000000000" pitchFamily="2" charset="2"/>
              <a:buChar char="§"/>
            </a:pPr>
            <a:r>
              <a:rPr lang="en-US" b="1" dirty="0">
                <a:solidFill>
                  <a:schemeClr val="tx2">
                    <a:lumMod val="75000"/>
                    <a:lumOff val="25000"/>
                  </a:schemeClr>
                </a:solidFill>
              </a:rPr>
              <a:t>14 Software Architecture Patterns to Follow in 2025</a:t>
            </a:r>
          </a:p>
          <a:p>
            <a:pPr marL="742950" lvl="1" indent="-285750">
              <a:buFont typeface="Wingdings" panose="05000000000000000000" pitchFamily="2" charset="2"/>
              <a:buChar char="§"/>
            </a:pPr>
            <a:r>
              <a:rPr lang="en-US" dirty="0">
                <a:solidFill>
                  <a:schemeClr val="tx2">
                    <a:lumMod val="75000"/>
                    <a:lumOff val="25000"/>
                  </a:schemeClr>
                </a:solidFill>
              </a:rPr>
              <a:t>by </a:t>
            </a:r>
            <a:r>
              <a:rPr lang="en-US" b="1" dirty="0">
                <a:solidFill>
                  <a:schemeClr val="tx2">
                    <a:lumMod val="75000"/>
                    <a:lumOff val="25000"/>
                  </a:schemeClr>
                </a:solidFill>
              </a:rPr>
              <a:t>Parth Pandya</a:t>
            </a:r>
            <a:r>
              <a:rPr lang="en-US" dirty="0">
                <a:solidFill>
                  <a:schemeClr val="tx2">
                    <a:lumMod val="75000"/>
                    <a:lumOff val="25000"/>
                  </a:schemeClr>
                </a:solidFill>
              </a:rPr>
              <a:t> </a:t>
            </a:r>
            <a:r>
              <a:rPr lang="en-US" dirty="0" err="1">
                <a:solidFill>
                  <a:schemeClr val="tx2">
                    <a:lumMod val="75000"/>
                    <a:lumOff val="25000"/>
                  </a:schemeClr>
                </a:solidFill>
              </a:rPr>
              <a:t>em</a:t>
            </a:r>
            <a:r>
              <a:rPr lang="en-US" dirty="0">
                <a:solidFill>
                  <a:schemeClr val="tx2">
                    <a:lumMod val="75000"/>
                    <a:lumOff val="25000"/>
                  </a:schemeClr>
                </a:solidFill>
              </a:rPr>
              <a:t> </a:t>
            </a:r>
            <a:r>
              <a:rPr lang="en-US" b="1" dirty="0">
                <a:solidFill>
                  <a:schemeClr val="tx2">
                    <a:lumMod val="75000"/>
                    <a:lumOff val="25000"/>
                  </a:schemeClr>
                </a:solidFill>
              </a:rPr>
              <a:t>05/Nov/25</a:t>
            </a:r>
            <a:endParaRPr lang="en-US" dirty="0">
              <a:solidFill>
                <a:schemeClr val="tx2">
                  <a:lumMod val="75000"/>
                  <a:lumOff val="25000"/>
                </a:schemeClr>
              </a:solidFill>
            </a:endParaRPr>
          </a:p>
          <a:p>
            <a:pPr marL="742950" lvl="1" indent="-285750">
              <a:buFont typeface="Wingdings" panose="05000000000000000000" pitchFamily="2" charset="2"/>
              <a:buChar char="§"/>
            </a:pPr>
            <a:r>
              <a:rPr lang="en-US" dirty="0" err="1">
                <a:solidFill>
                  <a:schemeClr val="tx2">
                    <a:lumMod val="75000"/>
                    <a:lumOff val="25000"/>
                  </a:schemeClr>
                </a:solidFill>
              </a:rPr>
              <a:t>autor</a:t>
            </a:r>
            <a:r>
              <a:rPr lang="en-US" dirty="0">
                <a:solidFill>
                  <a:schemeClr val="tx2">
                    <a:lumMod val="75000"/>
                    <a:lumOff val="25000"/>
                  </a:schemeClr>
                </a:solidFill>
              </a:rPr>
              <a:t>: </a:t>
            </a:r>
            <a:r>
              <a:rPr lang="en-US" sz="1300" dirty="0">
                <a:solidFill>
                  <a:schemeClr val="tx2">
                    <a:lumMod val="75000"/>
                    <a:lumOff val="25000"/>
                  </a:schemeClr>
                </a:solidFill>
                <a:hlinkClick r:id="rId7"/>
              </a:rPr>
              <a:t>https://www.mindinventory.com/blog/author/parthpandya</a:t>
            </a:r>
            <a:endParaRPr lang="en-US" sz="1300" dirty="0">
              <a:solidFill>
                <a:schemeClr val="tx2">
                  <a:lumMod val="75000"/>
                  <a:lumOff val="25000"/>
                </a:schemeClr>
              </a:solidFill>
            </a:endParaRPr>
          </a:p>
          <a:p>
            <a:pPr marL="742950" lvl="1" indent="-285750">
              <a:buFont typeface="Wingdings" panose="05000000000000000000" pitchFamily="2" charset="2"/>
              <a:buChar char="§"/>
            </a:pPr>
            <a:r>
              <a:rPr lang="en-US" dirty="0">
                <a:solidFill>
                  <a:schemeClr val="tx2">
                    <a:lumMod val="75000"/>
                    <a:lumOff val="25000"/>
                  </a:schemeClr>
                </a:solidFill>
              </a:rPr>
              <a:t>link: </a:t>
            </a:r>
            <a:r>
              <a:rPr lang="en-US" sz="1300" u="sng" dirty="0">
                <a:hlinkClick r:id="rId8"/>
              </a:rPr>
              <a:t>https://www.mindinventory.com/blog/software-architecture-patterns</a:t>
            </a:r>
            <a:endParaRPr lang="en-US" sz="1300" dirty="0">
              <a:solidFill>
                <a:schemeClr val="tx2">
                  <a:lumMod val="75000"/>
                  <a:lumOff val="25000"/>
                </a:schemeClr>
              </a:solidFill>
            </a:endParaRPr>
          </a:p>
          <a:p>
            <a:endParaRPr lang="pt-BR" sz="800" dirty="0">
              <a:solidFill>
                <a:schemeClr val="tx2">
                  <a:lumMod val="75000"/>
                  <a:lumOff val="25000"/>
                </a:schemeClr>
              </a:solidFill>
            </a:endParaRPr>
          </a:p>
          <a:p>
            <a:pPr marL="285750" indent="-285750">
              <a:buFont typeface="Wingdings" panose="05000000000000000000" pitchFamily="2" charset="2"/>
              <a:buChar char="§"/>
            </a:pPr>
            <a:r>
              <a:rPr lang="pt-BR" b="1" dirty="0">
                <a:solidFill>
                  <a:schemeClr val="tx2">
                    <a:lumMod val="75000"/>
                    <a:lumOff val="25000"/>
                  </a:schemeClr>
                </a:solidFill>
              </a:rPr>
              <a:t>Guia Rápido: Arquitetura de Software</a:t>
            </a:r>
          </a:p>
          <a:p>
            <a:pPr marL="742950" lvl="1" indent="-285750">
              <a:buFont typeface="Wingdings" panose="05000000000000000000" pitchFamily="2" charset="2"/>
              <a:buChar char="§"/>
            </a:pPr>
            <a:r>
              <a:rPr lang="pt-BR" dirty="0" err="1">
                <a:solidFill>
                  <a:schemeClr val="tx2">
                    <a:lumMod val="75000"/>
                    <a:lumOff val="25000"/>
                  </a:schemeClr>
                </a:solidFill>
              </a:rPr>
              <a:t>by</a:t>
            </a:r>
            <a:r>
              <a:rPr lang="pt-BR" dirty="0">
                <a:solidFill>
                  <a:schemeClr val="tx2">
                    <a:lumMod val="75000"/>
                    <a:lumOff val="25000"/>
                  </a:schemeClr>
                </a:solidFill>
              </a:rPr>
              <a:t> prof. </a:t>
            </a:r>
            <a:r>
              <a:rPr lang="pt-BR" b="1" dirty="0">
                <a:solidFill>
                  <a:schemeClr val="tx2">
                    <a:lumMod val="75000"/>
                    <a:lumOff val="25000"/>
                  </a:schemeClr>
                </a:solidFill>
              </a:rPr>
              <a:t>Rogerão Araújo</a:t>
            </a:r>
            <a:r>
              <a:rPr lang="pt-BR" dirty="0">
                <a:solidFill>
                  <a:schemeClr val="tx2">
                    <a:lumMod val="75000"/>
                    <a:lumOff val="25000"/>
                  </a:schemeClr>
                </a:solidFill>
              </a:rPr>
              <a:t> em </a:t>
            </a:r>
            <a:r>
              <a:rPr lang="pt-BR" b="1" dirty="0">
                <a:solidFill>
                  <a:schemeClr val="tx2">
                    <a:lumMod val="75000"/>
                    <a:lumOff val="25000"/>
                  </a:schemeClr>
                </a:solidFill>
              </a:rPr>
              <a:t>31/Dez/25</a:t>
            </a:r>
            <a:endParaRPr lang="pt-BR" dirty="0">
              <a:solidFill>
                <a:schemeClr val="tx2">
                  <a:lumMod val="75000"/>
                  <a:lumOff val="25000"/>
                </a:schemeClr>
              </a:solidFill>
            </a:endParaRPr>
          </a:p>
          <a:p>
            <a:pPr marL="742950" lvl="1" indent="-285750">
              <a:buFont typeface="Wingdings" panose="05000000000000000000" pitchFamily="2" charset="2"/>
              <a:buChar char="§"/>
            </a:pPr>
            <a:r>
              <a:rPr lang="pt-BR" dirty="0">
                <a:solidFill>
                  <a:schemeClr val="tx2">
                    <a:lumMod val="75000"/>
                    <a:lumOff val="25000"/>
                  </a:schemeClr>
                </a:solidFill>
              </a:rPr>
              <a:t>autor: </a:t>
            </a:r>
            <a:r>
              <a:rPr lang="pt-BR" sz="1300" dirty="0">
                <a:solidFill>
                  <a:schemeClr val="tx2">
                    <a:lumMod val="75000"/>
                    <a:lumOff val="25000"/>
                  </a:schemeClr>
                </a:solidFill>
                <a:hlinkClick r:id="rId9"/>
              </a:rPr>
              <a:t>https://rogeraoaraujo.com.br/author/rgildoaraujo</a:t>
            </a:r>
            <a:endParaRPr lang="pt-BR" sz="1300" dirty="0">
              <a:solidFill>
                <a:schemeClr val="tx2">
                  <a:lumMod val="75000"/>
                  <a:lumOff val="25000"/>
                </a:schemeClr>
              </a:solidFill>
            </a:endParaRPr>
          </a:p>
          <a:p>
            <a:pPr marL="742950" lvl="1" indent="-285750">
              <a:buFont typeface="Wingdings" panose="05000000000000000000" pitchFamily="2" charset="2"/>
              <a:buChar char="§"/>
            </a:pPr>
            <a:r>
              <a:rPr lang="pt-BR" dirty="0">
                <a:solidFill>
                  <a:schemeClr val="tx2">
                    <a:lumMod val="75000"/>
                    <a:lumOff val="25000"/>
                  </a:schemeClr>
                </a:solidFill>
              </a:rPr>
              <a:t>link: </a:t>
            </a:r>
            <a:r>
              <a:rPr lang="pt-BR" sz="1300" u="sng" dirty="0">
                <a:hlinkClick r:id="rId10"/>
              </a:rPr>
              <a:t>https://rogeraoaraujo.com.br/2025/12/31/guia-rapido-arquitetura-de-software</a:t>
            </a:r>
            <a:endParaRPr lang="pt-BR" sz="1300" dirty="0">
              <a:solidFill>
                <a:schemeClr val="tx2">
                  <a:lumMod val="75000"/>
                  <a:lumOff val="25000"/>
                </a:schemeClr>
              </a:solidFill>
            </a:endParaRPr>
          </a:p>
          <a:p>
            <a:pPr marL="285750" indent="-285750">
              <a:buFont typeface="Wingdings" panose="05000000000000000000" pitchFamily="2" charset="2"/>
              <a:buChar char="§"/>
            </a:pPr>
            <a:endParaRPr lang="en-US" dirty="0">
              <a:solidFill>
                <a:schemeClr val="tx2">
                  <a:lumMod val="75000"/>
                  <a:lumOff val="25000"/>
                </a:schemeClr>
              </a:solidFill>
            </a:endParaRPr>
          </a:p>
          <a:p>
            <a:pPr marL="285750" indent="-285750">
              <a:buFont typeface="Wingdings" panose="05000000000000000000" pitchFamily="2" charset="2"/>
              <a:buChar char="§"/>
            </a:pPr>
            <a:endParaRPr lang="pt-BR" dirty="0">
              <a:solidFill>
                <a:schemeClr val="tx2">
                  <a:lumMod val="75000"/>
                  <a:lumOff val="25000"/>
                </a:schemeClr>
              </a:solidFill>
            </a:endParaRPr>
          </a:p>
        </p:txBody>
      </p:sp>
      <p:pic>
        <p:nvPicPr>
          <p:cNvPr id="4" name="Imagem 3">
            <a:extLst>
              <a:ext uri="{FF2B5EF4-FFF2-40B4-BE49-F238E27FC236}">
                <a16:creationId xmlns:a16="http://schemas.microsoft.com/office/drawing/2014/main" id="{5EE6E1D9-9D18-2B91-0808-4BB0ECA57F32}"/>
              </a:ext>
            </a:extLst>
          </p:cNvPr>
          <p:cNvPicPr>
            <a:picLocks noChangeAspect="1"/>
          </p:cNvPicPr>
          <p:nvPr/>
        </p:nvPicPr>
        <p:blipFill>
          <a:blip r:embed="rId11"/>
          <a:stretch>
            <a:fillRect/>
          </a:stretch>
        </p:blipFill>
        <p:spPr>
          <a:xfrm>
            <a:off x="11155680" y="85052"/>
            <a:ext cx="944965" cy="944965"/>
          </a:xfrm>
          <a:prstGeom prst="rect">
            <a:avLst/>
          </a:prstGeom>
        </p:spPr>
      </p:pic>
      <p:sp>
        <p:nvSpPr>
          <p:cNvPr id="5" name="CaixaDeTexto 4">
            <a:extLst>
              <a:ext uri="{FF2B5EF4-FFF2-40B4-BE49-F238E27FC236}">
                <a16:creationId xmlns:a16="http://schemas.microsoft.com/office/drawing/2014/main" id="{2CAEB48F-D356-3AC1-0385-DBE50DC9CB60}"/>
              </a:ext>
            </a:extLst>
          </p:cNvPr>
          <p:cNvSpPr txBox="1"/>
          <p:nvPr/>
        </p:nvSpPr>
        <p:spPr>
          <a:xfrm>
            <a:off x="6035040" y="284480"/>
            <a:ext cx="4456989" cy="523220"/>
          </a:xfrm>
          <a:prstGeom prst="rect">
            <a:avLst/>
          </a:prstGeom>
          <a:noFill/>
        </p:spPr>
        <p:txBody>
          <a:bodyPr wrap="none" rtlCol="0">
            <a:spAutoFit/>
          </a:bodyPr>
          <a:lstStyle/>
          <a:p>
            <a:r>
              <a:rPr lang="pt-BR" sz="2800" b="1" dirty="0">
                <a:solidFill>
                  <a:schemeClr val="tx2">
                    <a:lumMod val="75000"/>
                    <a:lumOff val="25000"/>
                  </a:schemeClr>
                </a:solidFill>
              </a:rPr>
              <a:t>Referências Bibliográficas</a:t>
            </a:r>
          </a:p>
        </p:txBody>
      </p:sp>
    </p:spTree>
    <p:extLst>
      <p:ext uri="{BB962C8B-B14F-4D97-AF65-F5344CB8AC3E}">
        <p14:creationId xmlns:p14="http://schemas.microsoft.com/office/powerpoint/2010/main" val="20018537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7F983FC6-FAF2-5487-FE20-A3171E4DDB3E}"/>
              </a:ext>
            </a:extLst>
          </p:cNvPr>
          <p:cNvPicPr>
            <a:picLocks noChangeAspect="1"/>
          </p:cNvPicPr>
          <p:nvPr/>
        </p:nvPicPr>
        <p:blipFill>
          <a:blip r:embed="rId2"/>
          <a:srcRect t="23208" b="20542"/>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3534354979"/>
      </p:ext>
    </p:extLst>
  </p:cSld>
  <p:clrMapOvr>
    <a:masterClrMapping/>
  </p:clrMapOvr>
</p:sld>
</file>

<file path=ppt/theme/theme1.xml><?xml version="1.0" encoding="utf-8"?>
<a:theme xmlns:a="http://schemas.openxmlformats.org/drawingml/2006/main" name="Tema do Office">
  <a:themeElements>
    <a:clrScheme name="Personalizada 56">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D94D8"/>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0F70FC48FC28A94EA31063520119A0C1" ma:contentTypeVersion="0" ma:contentTypeDescription="Crie um novo documento." ma:contentTypeScope="" ma:versionID="fa412992c79eabd9d4aa0cf08be2aaa6">
  <xsd:schema xmlns:xsd="http://www.w3.org/2001/XMLSchema" xmlns:xs="http://www.w3.org/2001/XMLSchema" xmlns:p="http://schemas.microsoft.com/office/2006/metadata/properties" targetNamespace="http://schemas.microsoft.com/office/2006/metadata/properties" ma:root="true" ma:fieldsID="397561fba88d9dece65508bac662637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CC21866-A2A8-498E-8506-4F46D68F0A6D}"/>
</file>

<file path=customXml/itemProps2.xml><?xml version="1.0" encoding="utf-8"?>
<ds:datastoreItem xmlns:ds="http://schemas.openxmlformats.org/officeDocument/2006/customXml" ds:itemID="{D06AF471-5956-4F3B-AEC4-F6C83538DDEE}"/>
</file>

<file path=customXml/itemProps3.xml><?xml version="1.0" encoding="utf-8"?>
<ds:datastoreItem xmlns:ds="http://schemas.openxmlformats.org/officeDocument/2006/customXml" ds:itemID="{BC64B6C2-F966-468B-A0CE-4DE4E56687F6}"/>
</file>

<file path=docProps/app.xml><?xml version="1.0" encoding="utf-8"?>
<Properties xmlns="http://schemas.openxmlformats.org/officeDocument/2006/extended-properties" xmlns:vt="http://schemas.openxmlformats.org/officeDocument/2006/docPropsVTypes">
  <TotalTime>1169</TotalTime>
  <Words>8974</Words>
  <Application>Microsoft Office PowerPoint</Application>
  <PresentationFormat>Widescreen</PresentationFormat>
  <Paragraphs>783</Paragraphs>
  <Slides>78</Slides>
  <Notes>56</Notes>
  <HiddenSlides>0</HiddenSlides>
  <MMClips>0</MMClips>
  <ScaleCrop>false</ScaleCrop>
  <HeadingPairs>
    <vt:vector size="8" baseType="variant">
      <vt:variant>
        <vt:lpstr>Fontes usadas</vt:lpstr>
      </vt:variant>
      <vt:variant>
        <vt:i4>5</vt:i4>
      </vt:variant>
      <vt:variant>
        <vt:lpstr>Tema</vt:lpstr>
      </vt:variant>
      <vt:variant>
        <vt:i4>1</vt:i4>
      </vt:variant>
      <vt:variant>
        <vt:lpstr>Servidores OLE inseridos</vt:lpstr>
      </vt:variant>
      <vt:variant>
        <vt:i4>1</vt:i4>
      </vt:variant>
      <vt:variant>
        <vt:lpstr>Títulos de slides</vt:lpstr>
      </vt:variant>
      <vt:variant>
        <vt:i4>78</vt:i4>
      </vt:variant>
    </vt:vector>
  </HeadingPairs>
  <TitlesOfParts>
    <vt:vector size="85" baseType="lpstr">
      <vt:lpstr>Aptos</vt:lpstr>
      <vt:lpstr>Aptos Display</vt:lpstr>
      <vt:lpstr>Arial</vt:lpstr>
      <vt:lpstr>Calibri</vt:lpstr>
      <vt:lpstr>Wingdings</vt:lpstr>
      <vt:lpstr>Tema do Office</vt:lpstr>
      <vt:lpstr>Bitmap Image</vt:lpstr>
      <vt:lpstr>Apresentação do PowerPoint</vt:lpstr>
      <vt:lpstr>Apresentação do PowerPoint</vt:lpstr>
      <vt:lpstr>Apresentação do PowerPoint</vt:lpstr>
      <vt:lpstr>Apresentação do PowerPoint</vt:lpstr>
      <vt:lpstr>Apresentação do PowerPoint</vt:lpstr>
      <vt:lpstr>Definição: Trade-Off</vt:lpstr>
      <vt:lpstr>Apresentação do PowerPoint</vt:lpstr>
      <vt:lpstr>Apresentação do PowerPoint</vt:lpstr>
      <vt:lpstr>Apresentação do PowerPoint</vt:lpstr>
      <vt:lpstr>Apresentação do PowerPoint</vt:lpstr>
      <vt:lpstr>Apresentação do PowerPoint</vt:lpstr>
      <vt:lpstr>Modelo 4 + 1 de Kruchten</vt:lpstr>
      <vt:lpstr>Modelo 4 + 1 de Kruchten (cont.)</vt:lpstr>
      <vt:lpstr>Modelo 4 + 1 de Kruchten (cont.)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FREITAS Paulo</dc:creator>
  <cp:lastModifiedBy>FREITAS Paulo</cp:lastModifiedBy>
  <cp:revision>1</cp:revision>
  <dcterms:created xsi:type="dcterms:W3CDTF">2026-08-29T18:47:41Z</dcterms:created>
  <dcterms:modified xsi:type="dcterms:W3CDTF">2026-09-06T16:47:36Z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d35d9b-5f88-4200-a02b-f8acea7a79ad_Enabled">
    <vt:lpwstr>true</vt:lpwstr>
  </property>
  <property fmtid="{D5CDD505-2E9C-101B-9397-08002B2CF9AE}" pid="3" name="MSIP_Label_4fd35d9b-5f88-4200-a02b-f8acea7a79ad_SetDate">
    <vt:lpwstr>2026-08-29T22:11:33Z</vt:lpwstr>
  </property>
  <property fmtid="{D5CDD505-2E9C-101B-9397-08002B2CF9AE}" pid="4" name="MSIP_Label_4fd35d9b-5f88-4200-a02b-f8acea7a79ad_Method">
    <vt:lpwstr>Standard</vt:lpwstr>
  </property>
  <property fmtid="{D5CDD505-2E9C-101B-9397-08002B2CF9AE}" pid="5" name="MSIP_Label_4fd35d9b-5f88-4200-a02b-f8acea7a79ad_Name">
    <vt:lpwstr>PT - C2-Restrito</vt:lpwstr>
  </property>
  <property fmtid="{D5CDD505-2E9C-101B-9397-08002B2CF9AE}" pid="6" name="MSIP_Label_4fd35d9b-5f88-4200-a02b-f8acea7a79ad_SiteId">
    <vt:lpwstr>cae7d061-08f3-40dd-80c3-3c0b8889224a</vt:lpwstr>
  </property>
  <property fmtid="{D5CDD505-2E9C-101B-9397-08002B2CF9AE}" pid="7" name="MSIP_Label_4fd35d9b-5f88-4200-a02b-f8acea7a79ad_ActionId">
    <vt:lpwstr>0449cfd9-610a-4eea-b948-ab3549f5f019</vt:lpwstr>
  </property>
  <property fmtid="{D5CDD505-2E9C-101B-9397-08002B2CF9AE}" pid="8" name="MSIP_Label_4fd35d9b-5f88-4200-a02b-f8acea7a79ad_ContentBits">
    <vt:lpwstr>2</vt:lpwstr>
  </property>
  <property fmtid="{D5CDD505-2E9C-101B-9397-08002B2CF9AE}" pid="9" name="MSIP_Label_4fd35d9b-5f88-4200-a02b-f8acea7a79ad_Tag">
    <vt:lpwstr>10, 3, 0, 1</vt:lpwstr>
  </property>
  <property fmtid="{D5CDD505-2E9C-101B-9397-08002B2CF9AE}" pid="10" name="ClassificationContentMarkingFooterLocations">
    <vt:lpwstr>Tema do Office:12</vt:lpwstr>
  </property>
  <property fmtid="{D5CDD505-2E9C-101B-9397-08002B2CF9AE}" pid="11" name="ClassificationContentMarkingFooterText">
    <vt:lpwstr>C2 - Restrito</vt:lpwstr>
  </property>
  <property fmtid="{D5CDD505-2E9C-101B-9397-08002B2CF9AE}" pid="12" name="ContentTypeId">
    <vt:lpwstr>0x0101000F70FC48FC28A94EA31063520119A0C1</vt:lpwstr>
  </property>
</Properties>
</file>